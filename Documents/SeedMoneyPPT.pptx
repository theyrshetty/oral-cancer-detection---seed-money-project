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8"/>
  </p:notesMasterIdLst>
  <p:sldIdLst>
    <p:sldId id="256" r:id="rId2"/>
    <p:sldId id="260" r:id="rId3"/>
    <p:sldId id="272" r:id="rId4"/>
    <p:sldId id="274" r:id="rId5"/>
    <p:sldId id="277" r:id="rId6"/>
    <p:sldId id="276" r:id="rId7"/>
    <p:sldId id="265" r:id="rId8"/>
    <p:sldId id="266" r:id="rId9"/>
    <p:sldId id="279" r:id="rId10"/>
    <p:sldId id="267" r:id="rId11"/>
    <p:sldId id="268" r:id="rId12"/>
    <p:sldId id="269" r:id="rId13"/>
    <p:sldId id="270" r:id="rId14"/>
    <p:sldId id="271" r:id="rId15"/>
    <p:sldId id="263" r:id="rId16"/>
    <p:sldId id="264" r:id="rId17"/>
  </p:sldIdLst>
  <p:sldSz cx="12192000" cy="6858000"/>
  <p:notesSz cx="6858000" cy="9144000"/>
  <p:embeddedFontLst>
    <p:embeddedFont>
      <p:font typeface="Archivo Narrow" panose="020B0604020202020204" charset="0"/>
      <p:regular r:id="rId19"/>
      <p:bold r:id="rId20"/>
      <p:italic r:id="rId21"/>
      <p:boldItalic r:id="rId22"/>
    </p:embeddedFont>
    <p:embeddedFont>
      <p:font typeface="Archivo Narrow Medium" panose="020B0604020202020204" charset="0"/>
      <p:regular r:id="rId23"/>
      <p:bold r:id="rId24"/>
      <p:italic r:id="rId25"/>
      <p:boldItalic r:id="rId26"/>
    </p:embeddedFont>
    <p:embeddedFont>
      <p:font typeface="Georgia" panose="02040502050405020303" pitchFamily="18" charset="0"/>
      <p:regular r:id="rId27"/>
      <p:bold r:id="rId28"/>
      <p:italic r:id="rId29"/>
      <p:boldItalic r:id="rId30"/>
    </p:embeddedFont>
    <p:embeddedFont>
      <p:font typeface="IBM Plex Sans Condensed" panose="020B0506050203000203" pitchFamily="34" charset="0"/>
      <p:regular r:id="rId31"/>
      <p:bold r:id="rId32"/>
      <p:italic r:id="rId33"/>
      <p:boldItalic r:id="rId34"/>
    </p:embeddedFont>
    <p:embeddedFont>
      <p:font typeface="Yellowtail" panose="020B0604020202020204" charset="0"/>
      <p:regular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4D86A26-3CD3-4151-9272-36D8C812FA7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2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tableStyles" Target="tableStyles.xml"/><Relationship Id="rId21" Type="http://schemas.openxmlformats.org/officeDocument/2006/relationships/font" Target="fonts/font3.fntdata"/><Relationship Id="rId34" Type="http://schemas.openxmlformats.org/officeDocument/2006/relationships/font" Target="fonts/font1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GB"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 name="Google Shape;7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bd8400773b_0_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g3bd8400773b_0_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bd8400773b_0_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g3bd8400773b_0_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 name="Google Shape;130;g3bd8400773b_0_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GB"/>
              <a:t>15</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bd8400773b_0_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g3bd8400773b_0_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 name="Google Shape;138;g3bd8400773b_0_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GB"/>
              <a:t>16</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4"/>
          <p:cNvSpPr txBox="1">
            <a:spLocks noGrp="1"/>
          </p:cNvSpPr>
          <p:nvPr>
            <p:ph type="ctrTitle"/>
          </p:nvPr>
        </p:nvSpPr>
        <p:spPr>
          <a:xfrm>
            <a:off x="415600" y="1886797"/>
            <a:ext cx="11360700" cy="1842900"/>
          </a:xfrm>
          <a:prstGeom prst="rect">
            <a:avLst/>
          </a:prstGeom>
          <a:noFill/>
          <a:ln>
            <a:noFill/>
          </a:ln>
        </p:spPr>
        <p:txBody>
          <a:bodyPr spcFirstLastPara="1" wrap="square" lIns="121900" tIns="121900" rIns="121900" bIns="121900" anchor="b" anchorCtr="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a:endParaRPr/>
          </a:p>
        </p:txBody>
      </p:sp>
      <p:sp>
        <p:nvSpPr>
          <p:cNvPr id="21" name="Google Shape;21;p4"/>
          <p:cNvSpPr txBox="1">
            <a:spLocks noGrp="1"/>
          </p:cNvSpPr>
          <p:nvPr>
            <p:ph type="subTitle" idx="1"/>
          </p:nvPr>
        </p:nvSpPr>
        <p:spPr>
          <a:xfrm>
            <a:off x="415600" y="3778833"/>
            <a:ext cx="11360700" cy="1056900"/>
          </a:xfrm>
          <a:prstGeom prst="rect">
            <a:avLst/>
          </a:prstGeom>
          <a:noFill/>
          <a:ln>
            <a:noFill/>
          </a:ln>
        </p:spPr>
        <p:txBody>
          <a:bodyPr spcFirstLastPara="1" wrap="square" lIns="121900" tIns="121900" rIns="121900" bIns="121900" anchor="t"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22" name="Google Shape;22;p4"/>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a:t>
            </a:fld>
            <a:endParaRPr lang="en-GB"/>
          </a:p>
        </p:txBody>
      </p:sp>
      <p:sp>
        <p:nvSpPr>
          <p:cNvPr id="23" name="Google Shape;23;p4"/>
          <p:cNvSpPr/>
          <p:nvPr/>
        </p:nvSpPr>
        <p:spPr>
          <a:xfrm>
            <a:off x="-9450" y="-30350"/>
            <a:ext cx="12209100" cy="737100"/>
          </a:xfrm>
          <a:prstGeom prst="rect">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IBM Plex Sans Condensed" panose="020B0506050203000203"/>
              <a:ea typeface="IBM Plex Sans Condensed" panose="020B0506050203000203"/>
              <a:cs typeface="IBM Plex Sans Condensed" panose="020B0506050203000203"/>
              <a:sym typeface="IBM Plex Sans Condensed" panose="020B0506050203000203"/>
            </a:endParaRPr>
          </a:p>
        </p:txBody>
      </p:sp>
      <p:sp>
        <p:nvSpPr>
          <p:cNvPr id="24" name="Google Shape;24;p4"/>
          <p:cNvSpPr/>
          <p:nvPr/>
        </p:nvSpPr>
        <p:spPr>
          <a:xfrm>
            <a:off x="-9325" y="154075"/>
            <a:ext cx="12216600" cy="1282500"/>
          </a:xfrm>
          <a:prstGeom prst="roundRect">
            <a:avLst>
              <a:gd name="adj" fmla="val 10177"/>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IBM Plex Sans Condensed" panose="020B0506050203000203"/>
              <a:ea typeface="IBM Plex Sans Condensed" panose="020B0506050203000203"/>
              <a:cs typeface="IBM Plex Sans Condensed" panose="020B0506050203000203"/>
              <a:sym typeface="IBM Plex Sans Condensed" panose="020B0506050203000203"/>
            </a:endParaRPr>
          </a:p>
        </p:txBody>
      </p:sp>
      <p:sp>
        <p:nvSpPr>
          <p:cNvPr id="25" name="Google Shape;25;p4"/>
          <p:cNvSpPr/>
          <p:nvPr/>
        </p:nvSpPr>
        <p:spPr>
          <a:xfrm>
            <a:off x="10763550" y="-30350"/>
            <a:ext cx="868800" cy="1467000"/>
          </a:xfrm>
          <a:prstGeom prst="parallelogram">
            <a:avLst>
              <a:gd name="adj" fmla="val 57856"/>
            </a:avLst>
          </a:prstGeom>
          <a:solidFill>
            <a:srgbClr val="D2AE6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IBM Plex Sans Condensed" panose="020B0506050203000203"/>
              <a:ea typeface="IBM Plex Sans Condensed" panose="020B0506050203000203"/>
              <a:cs typeface="IBM Plex Sans Condensed" panose="020B0506050203000203"/>
              <a:sym typeface="IBM Plex Sans Condensed" panose="020B0506050203000203"/>
            </a:endParaRPr>
          </a:p>
        </p:txBody>
      </p:sp>
      <p:sp>
        <p:nvSpPr>
          <p:cNvPr id="26" name="Google Shape;26;p4"/>
          <p:cNvSpPr/>
          <p:nvPr/>
        </p:nvSpPr>
        <p:spPr>
          <a:xfrm>
            <a:off x="7714000" y="-30350"/>
            <a:ext cx="3841800" cy="1488900"/>
          </a:xfrm>
          <a:prstGeom prst="parallelogram">
            <a:avLst>
              <a:gd name="adj" fmla="val 33925"/>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IBM Plex Sans Condensed" panose="020B0506050203000203"/>
              <a:ea typeface="IBM Plex Sans Condensed" panose="020B0506050203000203"/>
              <a:cs typeface="IBM Plex Sans Condensed" panose="020B0506050203000203"/>
              <a:sym typeface="IBM Plex Sans Condensed" panose="020B0506050203000203"/>
            </a:endParaRPr>
          </a:p>
        </p:txBody>
      </p:sp>
      <p:sp>
        <p:nvSpPr>
          <p:cNvPr id="27" name="Google Shape;27;p4"/>
          <p:cNvSpPr/>
          <p:nvPr/>
        </p:nvSpPr>
        <p:spPr>
          <a:xfrm>
            <a:off x="-9325" y="6604519"/>
            <a:ext cx="12216600" cy="259800"/>
          </a:xfrm>
          <a:prstGeom prst="rect">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IBM Plex Sans Condensed" panose="020B0506050203000203"/>
              <a:ea typeface="IBM Plex Sans Condensed" panose="020B0506050203000203"/>
              <a:cs typeface="IBM Plex Sans Condensed" panose="020B0506050203000203"/>
              <a:sym typeface="IBM Plex Sans Condensed" panose="020B0506050203000203"/>
            </a:endParaRPr>
          </a:p>
        </p:txBody>
      </p:sp>
      <p:sp>
        <p:nvSpPr>
          <p:cNvPr id="28" name="Google Shape;28;p4"/>
          <p:cNvSpPr/>
          <p:nvPr/>
        </p:nvSpPr>
        <p:spPr>
          <a:xfrm>
            <a:off x="-9325" y="5899575"/>
            <a:ext cx="12216600" cy="737100"/>
          </a:xfrm>
          <a:prstGeom prst="roundRect">
            <a:avLst>
              <a:gd name="adj" fmla="val 10177"/>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IBM Plex Sans Condensed" panose="020B0506050203000203"/>
              <a:ea typeface="IBM Plex Sans Condensed" panose="020B0506050203000203"/>
              <a:cs typeface="IBM Plex Sans Condensed" panose="020B0506050203000203"/>
              <a:sym typeface="IBM Plex Sans Condensed" panose="020B0506050203000203"/>
            </a:endParaRPr>
          </a:p>
        </p:txBody>
      </p:sp>
      <p:sp>
        <p:nvSpPr>
          <p:cNvPr id="29" name="Google Shape;29;p4"/>
          <p:cNvSpPr txBox="1"/>
          <p:nvPr/>
        </p:nvSpPr>
        <p:spPr>
          <a:xfrm>
            <a:off x="381000" y="5899575"/>
            <a:ext cx="3810000" cy="969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500"/>
              <a:buFont typeface="Arial" panose="020B0604020202020204"/>
              <a:buNone/>
            </a:pPr>
            <a:r>
              <a:rPr lang="en-GB" sz="1500" b="1" i="0" u="none" strike="noStrike" cap="none">
                <a:solidFill>
                  <a:srgbClr val="D2AE6C"/>
                </a:solidFill>
                <a:latin typeface="Archivo Narrow"/>
                <a:ea typeface="Archivo Narrow"/>
                <a:cs typeface="Archivo Narrow"/>
                <a:sym typeface="Archivo Narrow"/>
              </a:rPr>
              <a:t>Mission</a:t>
            </a:r>
            <a:endParaRPr sz="1500" b="1" i="0" u="none" strike="noStrike" cap="none">
              <a:solidFill>
                <a:srgbClr val="D2AE6C"/>
              </a:solidFill>
              <a:latin typeface="Archivo Narrow"/>
              <a:ea typeface="Archivo Narrow"/>
              <a:cs typeface="Archivo Narrow"/>
              <a:sym typeface="Archivo Narrow"/>
            </a:endParaRPr>
          </a:p>
          <a:p>
            <a:pPr marL="0" marR="0" lvl="0" indent="0" algn="ctr" rtl="0">
              <a:lnSpc>
                <a:spcPct val="100000"/>
              </a:lnSpc>
              <a:spcBef>
                <a:spcPts val="0"/>
              </a:spcBef>
              <a:spcAft>
                <a:spcPts val="0"/>
              </a:spcAft>
              <a:buClr>
                <a:srgbClr val="000000"/>
              </a:buClr>
              <a:buSzPts val="1200"/>
              <a:buFont typeface="Arial" panose="020B0604020202020204"/>
              <a:buNone/>
            </a:pPr>
            <a:r>
              <a:rPr lang="en-GB" sz="1200" b="0" i="0" u="none" strike="noStrike" cap="none">
                <a:solidFill>
                  <a:schemeClr val="lt1"/>
                </a:solidFill>
                <a:latin typeface="Archivo Narrow Medium"/>
                <a:ea typeface="Archivo Narrow Medium"/>
                <a:cs typeface="Archivo Narrow Medium"/>
                <a:sym typeface="Archivo Narrow Medium"/>
              </a:rPr>
              <a:t>Christ University is a nurturing ground for an individual’s holistic development to make effective contribution</a:t>
            </a:r>
            <a:endParaRPr sz="1200" b="0" i="0" u="none" strike="noStrike" cap="none">
              <a:solidFill>
                <a:schemeClr val="lt1"/>
              </a:solidFill>
              <a:latin typeface="Archivo Narrow Medium"/>
              <a:ea typeface="Archivo Narrow Medium"/>
              <a:cs typeface="Archivo Narrow Medium"/>
              <a:sym typeface="Archivo Narrow Medium"/>
            </a:endParaRPr>
          </a:p>
          <a:p>
            <a:pPr marL="0" marR="0" lvl="0" indent="0" algn="ctr" rtl="0">
              <a:lnSpc>
                <a:spcPct val="100000"/>
              </a:lnSpc>
              <a:spcBef>
                <a:spcPts val="0"/>
              </a:spcBef>
              <a:spcAft>
                <a:spcPts val="0"/>
              </a:spcAft>
              <a:buClr>
                <a:srgbClr val="000000"/>
              </a:buClr>
              <a:buSzPts val="1200"/>
              <a:buFont typeface="Arial" panose="020B0604020202020204"/>
              <a:buNone/>
            </a:pPr>
            <a:r>
              <a:rPr lang="en-GB" sz="1200" b="0" i="0" u="none" strike="noStrike" cap="none">
                <a:solidFill>
                  <a:schemeClr val="lt1"/>
                </a:solidFill>
                <a:latin typeface="Archivo Narrow Medium"/>
                <a:ea typeface="Archivo Narrow Medium"/>
                <a:cs typeface="Archivo Narrow Medium"/>
                <a:sym typeface="Archivo Narrow Medium"/>
              </a:rPr>
              <a:t>to the society in a dynamic environment</a:t>
            </a:r>
            <a:endParaRPr sz="1200" b="0" i="0" u="none" strike="noStrike" cap="none">
              <a:solidFill>
                <a:schemeClr val="lt1"/>
              </a:solidFill>
              <a:latin typeface="Archivo Narrow Medium"/>
              <a:ea typeface="Archivo Narrow Medium"/>
              <a:cs typeface="Archivo Narrow Medium"/>
              <a:sym typeface="Archivo Narrow Medium"/>
            </a:endParaRPr>
          </a:p>
        </p:txBody>
      </p:sp>
      <p:sp>
        <p:nvSpPr>
          <p:cNvPr id="30" name="Google Shape;30;p4"/>
          <p:cNvSpPr txBox="1"/>
          <p:nvPr/>
        </p:nvSpPr>
        <p:spPr>
          <a:xfrm>
            <a:off x="4191000" y="5899575"/>
            <a:ext cx="3810000" cy="6003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500"/>
              <a:buFont typeface="Arial" panose="020B0604020202020204"/>
              <a:buNone/>
            </a:pPr>
            <a:r>
              <a:rPr lang="en-GB" sz="1500" b="1" i="0" u="none" strike="noStrike" cap="none">
                <a:solidFill>
                  <a:srgbClr val="D2AE6C"/>
                </a:solidFill>
                <a:latin typeface="Archivo Narrow"/>
                <a:ea typeface="Archivo Narrow"/>
                <a:cs typeface="Archivo Narrow"/>
                <a:sym typeface="Archivo Narrow"/>
              </a:rPr>
              <a:t>Vision</a:t>
            </a:r>
            <a:endParaRPr sz="1500" b="1" i="0" u="none" strike="noStrike" cap="none">
              <a:solidFill>
                <a:srgbClr val="D2AE6C"/>
              </a:solidFill>
              <a:latin typeface="Archivo Narrow"/>
              <a:ea typeface="Archivo Narrow"/>
              <a:cs typeface="Archivo Narrow"/>
              <a:sym typeface="Archivo Narrow"/>
            </a:endParaRPr>
          </a:p>
          <a:p>
            <a:pPr marL="0" marR="0" lvl="0" indent="0" algn="ctr" rtl="0">
              <a:lnSpc>
                <a:spcPct val="100000"/>
              </a:lnSpc>
              <a:spcBef>
                <a:spcPts val="0"/>
              </a:spcBef>
              <a:spcAft>
                <a:spcPts val="0"/>
              </a:spcAft>
              <a:buClr>
                <a:srgbClr val="000000"/>
              </a:buClr>
              <a:buSzPts val="1200"/>
              <a:buFont typeface="Arial" panose="020B0604020202020204"/>
              <a:buNone/>
            </a:pPr>
            <a:r>
              <a:rPr lang="en-GB" sz="1200" b="0" i="0" u="none" strike="noStrike" cap="none">
                <a:solidFill>
                  <a:schemeClr val="lt1"/>
                </a:solidFill>
                <a:latin typeface="Archivo Narrow Medium"/>
                <a:ea typeface="Archivo Narrow Medium"/>
                <a:cs typeface="Archivo Narrow Medium"/>
                <a:sym typeface="Archivo Narrow Medium"/>
              </a:rPr>
              <a:t>Excellence and Service</a:t>
            </a:r>
            <a:endParaRPr sz="1200" b="0" i="0" u="none" strike="noStrike" cap="none">
              <a:solidFill>
                <a:schemeClr val="lt1"/>
              </a:solidFill>
              <a:latin typeface="Archivo Narrow Medium"/>
              <a:ea typeface="Archivo Narrow Medium"/>
              <a:cs typeface="Archivo Narrow Medium"/>
              <a:sym typeface="Archivo Narrow Medium"/>
            </a:endParaRPr>
          </a:p>
        </p:txBody>
      </p:sp>
      <p:sp>
        <p:nvSpPr>
          <p:cNvPr id="31" name="Google Shape;31;p4"/>
          <p:cNvSpPr txBox="1"/>
          <p:nvPr/>
        </p:nvSpPr>
        <p:spPr>
          <a:xfrm>
            <a:off x="8572600" y="5899575"/>
            <a:ext cx="2983200" cy="969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500"/>
              <a:buFont typeface="Arial" panose="020B0604020202020204"/>
              <a:buNone/>
            </a:pPr>
            <a:r>
              <a:rPr lang="en-GB" sz="1500" b="1" i="0" u="none" strike="noStrike" cap="none">
                <a:solidFill>
                  <a:srgbClr val="D2AE6C"/>
                </a:solidFill>
                <a:latin typeface="Archivo Narrow"/>
                <a:ea typeface="Archivo Narrow"/>
                <a:cs typeface="Archivo Narrow"/>
                <a:sym typeface="Archivo Narrow"/>
              </a:rPr>
              <a:t>Core Values</a:t>
            </a:r>
            <a:endParaRPr sz="1500" b="1" i="0" u="none" strike="noStrike" cap="none">
              <a:solidFill>
                <a:srgbClr val="D2AE6C"/>
              </a:solidFill>
              <a:latin typeface="Archivo Narrow"/>
              <a:ea typeface="Archivo Narrow"/>
              <a:cs typeface="Archivo Narrow"/>
              <a:sym typeface="Archivo Narrow"/>
            </a:endParaRPr>
          </a:p>
          <a:p>
            <a:pPr marL="0" marR="0" lvl="0" indent="0" algn="ctr" rtl="0">
              <a:lnSpc>
                <a:spcPct val="100000"/>
              </a:lnSpc>
              <a:spcBef>
                <a:spcPts val="0"/>
              </a:spcBef>
              <a:spcAft>
                <a:spcPts val="0"/>
              </a:spcAft>
              <a:buClr>
                <a:srgbClr val="000000"/>
              </a:buClr>
              <a:buSzPts val="1200"/>
              <a:buFont typeface="Arial" panose="020B0604020202020204"/>
              <a:buNone/>
            </a:pPr>
            <a:r>
              <a:rPr lang="en-GB" sz="1200" b="0" i="0" u="none" strike="noStrike" cap="none">
                <a:solidFill>
                  <a:schemeClr val="lt1"/>
                </a:solidFill>
                <a:latin typeface="Archivo Narrow Medium"/>
                <a:ea typeface="Archivo Narrow Medium"/>
                <a:cs typeface="Archivo Narrow Medium"/>
                <a:sym typeface="Archivo Narrow Medium"/>
              </a:rPr>
              <a:t>Faith in God |  Moral Uprightness</a:t>
            </a:r>
            <a:endParaRPr sz="1200" b="0" i="0" u="none" strike="noStrike" cap="none">
              <a:solidFill>
                <a:schemeClr val="lt1"/>
              </a:solidFill>
              <a:latin typeface="Archivo Narrow Medium"/>
              <a:ea typeface="Archivo Narrow Medium"/>
              <a:cs typeface="Archivo Narrow Medium"/>
              <a:sym typeface="Archivo Narrow Medium"/>
            </a:endParaRPr>
          </a:p>
          <a:p>
            <a:pPr marL="0" marR="0" lvl="0" indent="0" algn="ctr" rtl="0">
              <a:lnSpc>
                <a:spcPct val="100000"/>
              </a:lnSpc>
              <a:spcBef>
                <a:spcPts val="0"/>
              </a:spcBef>
              <a:spcAft>
                <a:spcPts val="0"/>
              </a:spcAft>
              <a:buClr>
                <a:srgbClr val="000000"/>
              </a:buClr>
              <a:buSzPts val="1200"/>
              <a:buFont typeface="Arial" panose="020B0604020202020204"/>
              <a:buNone/>
            </a:pPr>
            <a:r>
              <a:rPr lang="en-GB" sz="1200" b="0" i="0" u="none" strike="noStrike" cap="none">
                <a:solidFill>
                  <a:schemeClr val="lt1"/>
                </a:solidFill>
                <a:latin typeface="Archivo Narrow Medium"/>
                <a:ea typeface="Archivo Narrow Medium"/>
                <a:cs typeface="Archivo Narrow Medium"/>
                <a:sym typeface="Archivo Narrow Medium"/>
              </a:rPr>
              <a:t> Love of Fellow Beings |  Social Responsibility</a:t>
            </a:r>
            <a:br>
              <a:rPr lang="en-GB" sz="1200" b="0" i="0" u="none" strike="noStrike" cap="none">
                <a:solidFill>
                  <a:schemeClr val="lt1"/>
                </a:solidFill>
                <a:latin typeface="Archivo Narrow Medium"/>
                <a:ea typeface="Archivo Narrow Medium"/>
                <a:cs typeface="Archivo Narrow Medium"/>
                <a:sym typeface="Archivo Narrow Medium"/>
              </a:rPr>
            </a:br>
            <a:r>
              <a:rPr lang="en-GB" sz="1200" b="0" i="0" u="none" strike="noStrike" cap="none">
                <a:solidFill>
                  <a:schemeClr val="lt1"/>
                </a:solidFill>
                <a:latin typeface="Archivo Narrow Medium"/>
                <a:ea typeface="Archivo Narrow Medium"/>
                <a:cs typeface="Archivo Narrow Medium"/>
                <a:sym typeface="Archivo Narrow Medium"/>
              </a:rPr>
              <a:t>Pursuit of Excellence</a:t>
            </a:r>
            <a:endParaRPr sz="1200" b="0" i="0" u="none" strike="noStrike" cap="none">
              <a:solidFill>
                <a:schemeClr val="lt1"/>
              </a:solidFill>
              <a:latin typeface="Archivo Narrow Medium"/>
              <a:ea typeface="Archivo Narrow Medium"/>
              <a:cs typeface="Archivo Narrow Medium"/>
              <a:sym typeface="Archivo Narrow Medium"/>
            </a:endParaRPr>
          </a:p>
        </p:txBody>
      </p:sp>
      <p:pic>
        <p:nvPicPr>
          <p:cNvPr id="32" name="Google Shape;32;p4" title="CU logo GBT_25.png"/>
          <p:cNvPicPr preferRelativeResize="0"/>
          <p:nvPr/>
        </p:nvPicPr>
        <p:blipFill rotWithShape="1">
          <a:blip r:embed="rId2"/>
          <a:srcRect/>
          <a:stretch>
            <a:fillRect/>
          </a:stretch>
        </p:blipFill>
        <p:spPr>
          <a:xfrm>
            <a:off x="7954061" y="329612"/>
            <a:ext cx="3118595" cy="10569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415600" y="491767"/>
            <a:ext cx="11360700" cy="7635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SzPts val="3200"/>
              <a:buFont typeface="IBM Plex Sans Condensed" panose="020B0506050203000203"/>
              <a:buNone/>
              <a:defRPr>
                <a:latin typeface="IBM Plex Sans Condensed" panose="020B0506050203000203"/>
                <a:ea typeface="IBM Plex Sans Condensed" panose="020B0506050203000203"/>
                <a:cs typeface="IBM Plex Sans Condensed" panose="020B0506050203000203"/>
                <a:sym typeface="IBM Plex Sans Condensed" panose="020B0506050203000203"/>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35" name="Google Shape;35;p5"/>
          <p:cNvSpPr txBox="1">
            <a:spLocks noGrp="1"/>
          </p:cNvSpPr>
          <p:nvPr>
            <p:ph type="body" idx="1"/>
          </p:nvPr>
        </p:nvSpPr>
        <p:spPr>
          <a:xfrm>
            <a:off x="415600" y="1419388"/>
            <a:ext cx="11360700" cy="4672200"/>
          </a:xfrm>
          <a:prstGeom prst="rect">
            <a:avLst/>
          </a:prstGeom>
          <a:noFill/>
          <a:ln>
            <a:noFill/>
          </a:ln>
        </p:spPr>
        <p:txBody>
          <a:bodyPr spcFirstLastPara="1" wrap="square" lIns="121900" tIns="121900" rIns="121900" bIns="121900" anchor="t" anchorCtr="0">
            <a:noAutofit/>
          </a:bodyPr>
          <a:lstStyle>
            <a:lvl1pPr marL="457200" lvl="0" indent="-406400" algn="l">
              <a:lnSpc>
                <a:spcPct val="100000"/>
              </a:lnSpc>
              <a:spcBef>
                <a:spcPts val="0"/>
              </a:spcBef>
              <a:spcAft>
                <a:spcPts val="0"/>
              </a:spcAft>
              <a:buSzPts val="2800"/>
              <a:buFont typeface="IBM Plex Sans Condensed" panose="020B0506050203000203"/>
              <a:buChar char="●"/>
              <a:defRPr>
                <a:latin typeface="IBM Plex Sans Condensed" panose="020B0506050203000203"/>
                <a:ea typeface="IBM Plex Sans Condensed" panose="020B0506050203000203"/>
                <a:cs typeface="IBM Plex Sans Condensed" panose="020B0506050203000203"/>
                <a:sym typeface="IBM Plex Sans Condensed" panose="020B0506050203000203"/>
              </a:defRPr>
            </a:lvl1pPr>
            <a:lvl2pPr marL="914400" lvl="1" indent="-393700" algn="l">
              <a:lnSpc>
                <a:spcPct val="100000"/>
              </a:lnSpc>
              <a:spcBef>
                <a:spcPts val="800"/>
              </a:spcBef>
              <a:spcAft>
                <a:spcPts val="0"/>
              </a:spcAft>
              <a:buSzPts val="2600"/>
              <a:buFont typeface="IBM Plex Sans Condensed" panose="020B0506050203000203"/>
              <a:buChar char="○"/>
              <a:defRPr>
                <a:latin typeface="IBM Plex Sans Condensed" panose="020B0506050203000203"/>
                <a:ea typeface="IBM Plex Sans Condensed" panose="020B0506050203000203"/>
                <a:cs typeface="IBM Plex Sans Condensed" panose="020B0506050203000203"/>
                <a:sym typeface="IBM Plex Sans Condensed" panose="020B0506050203000203"/>
              </a:defRPr>
            </a:lvl2pPr>
            <a:lvl3pPr marL="1371600" lvl="2" indent="-381000" algn="l">
              <a:lnSpc>
                <a:spcPct val="100000"/>
              </a:lnSpc>
              <a:spcBef>
                <a:spcPts val="800"/>
              </a:spcBef>
              <a:spcAft>
                <a:spcPts val="0"/>
              </a:spcAft>
              <a:buSzPts val="2400"/>
              <a:buFont typeface="IBM Plex Sans Condensed" panose="020B0506050203000203"/>
              <a:buChar char="■"/>
              <a:defRPr>
                <a:latin typeface="IBM Plex Sans Condensed" panose="020B0506050203000203"/>
                <a:ea typeface="IBM Plex Sans Condensed" panose="020B0506050203000203"/>
                <a:cs typeface="IBM Plex Sans Condensed" panose="020B0506050203000203"/>
                <a:sym typeface="IBM Plex Sans Condensed" panose="020B0506050203000203"/>
              </a:defRPr>
            </a:lvl3pPr>
            <a:lvl4pPr marL="1828800" lvl="3" indent="-381000" algn="l">
              <a:lnSpc>
                <a:spcPct val="100000"/>
              </a:lnSpc>
              <a:spcBef>
                <a:spcPts val="800"/>
              </a:spcBef>
              <a:spcAft>
                <a:spcPts val="0"/>
              </a:spcAft>
              <a:buSzPts val="2400"/>
              <a:buFont typeface="IBM Plex Sans Condensed" panose="020B0506050203000203"/>
              <a:buChar char="●"/>
              <a:defRPr>
                <a:latin typeface="IBM Plex Sans Condensed" panose="020B0506050203000203"/>
                <a:ea typeface="IBM Plex Sans Condensed" panose="020B0506050203000203"/>
                <a:cs typeface="IBM Plex Sans Condensed" panose="020B0506050203000203"/>
                <a:sym typeface="IBM Plex Sans Condensed" panose="020B0506050203000203"/>
              </a:defRPr>
            </a:lvl4pPr>
            <a:lvl5pPr marL="2286000" lvl="4" indent="-381000" algn="l">
              <a:lnSpc>
                <a:spcPct val="100000"/>
              </a:lnSpc>
              <a:spcBef>
                <a:spcPts val="800"/>
              </a:spcBef>
              <a:spcAft>
                <a:spcPts val="0"/>
              </a:spcAft>
              <a:buSzPts val="2400"/>
              <a:buFont typeface="IBM Plex Sans Condensed" panose="020B0506050203000203"/>
              <a:buChar char="○"/>
              <a:defRPr>
                <a:latin typeface="IBM Plex Sans Condensed" panose="020B0506050203000203"/>
                <a:ea typeface="IBM Plex Sans Condensed" panose="020B0506050203000203"/>
                <a:cs typeface="IBM Plex Sans Condensed" panose="020B0506050203000203"/>
                <a:sym typeface="IBM Plex Sans Condensed" panose="020B0506050203000203"/>
              </a:defRPr>
            </a:lvl5pPr>
            <a:lvl6pPr marL="2743200" lvl="5" indent="-381000" algn="l">
              <a:lnSpc>
                <a:spcPct val="100000"/>
              </a:lnSpc>
              <a:spcBef>
                <a:spcPts val="800"/>
              </a:spcBef>
              <a:spcAft>
                <a:spcPts val="0"/>
              </a:spcAft>
              <a:buSzPts val="2400"/>
              <a:buFont typeface="IBM Plex Sans Condensed" panose="020B0506050203000203"/>
              <a:buChar char="■"/>
              <a:defRPr>
                <a:latin typeface="IBM Plex Sans Condensed" panose="020B0506050203000203"/>
                <a:ea typeface="IBM Plex Sans Condensed" panose="020B0506050203000203"/>
                <a:cs typeface="IBM Plex Sans Condensed" panose="020B0506050203000203"/>
                <a:sym typeface="IBM Plex Sans Condensed" panose="020B0506050203000203"/>
              </a:defRPr>
            </a:lvl6pPr>
            <a:lvl7pPr marL="3200400" lvl="6" indent="-381000" algn="l">
              <a:lnSpc>
                <a:spcPct val="100000"/>
              </a:lnSpc>
              <a:spcBef>
                <a:spcPts val="800"/>
              </a:spcBef>
              <a:spcAft>
                <a:spcPts val="0"/>
              </a:spcAft>
              <a:buSzPts val="2400"/>
              <a:buFont typeface="IBM Plex Sans Condensed" panose="020B0506050203000203"/>
              <a:buChar char="●"/>
              <a:defRPr>
                <a:latin typeface="IBM Plex Sans Condensed" panose="020B0506050203000203"/>
                <a:ea typeface="IBM Plex Sans Condensed" panose="020B0506050203000203"/>
                <a:cs typeface="IBM Plex Sans Condensed" panose="020B0506050203000203"/>
                <a:sym typeface="IBM Plex Sans Condensed" panose="020B0506050203000203"/>
              </a:defRPr>
            </a:lvl7pPr>
            <a:lvl8pPr marL="3657600" lvl="7" indent="-381000" algn="l">
              <a:lnSpc>
                <a:spcPct val="100000"/>
              </a:lnSpc>
              <a:spcBef>
                <a:spcPts val="800"/>
              </a:spcBef>
              <a:spcAft>
                <a:spcPts val="0"/>
              </a:spcAft>
              <a:buSzPts val="2400"/>
              <a:buFont typeface="IBM Plex Sans Condensed" panose="020B0506050203000203"/>
              <a:buChar char="○"/>
              <a:defRPr>
                <a:latin typeface="IBM Plex Sans Condensed" panose="020B0506050203000203"/>
                <a:ea typeface="IBM Plex Sans Condensed" panose="020B0506050203000203"/>
                <a:cs typeface="IBM Plex Sans Condensed" panose="020B0506050203000203"/>
                <a:sym typeface="IBM Plex Sans Condensed" panose="020B0506050203000203"/>
              </a:defRPr>
            </a:lvl8pPr>
            <a:lvl9pPr marL="4114800" lvl="8" indent="-381000" algn="l">
              <a:lnSpc>
                <a:spcPct val="100000"/>
              </a:lnSpc>
              <a:spcBef>
                <a:spcPts val="800"/>
              </a:spcBef>
              <a:spcAft>
                <a:spcPts val="800"/>
              </a:spcAft>
              <a:buSzPts val="2400"/>
              <a:buFont typeface="IBM Plex Sans Condensed" panose="020B0506050203000203"/>
              <a:buChar char="■"/>
              <a:defRPr>
                <a:latin typeface="IBM Plex Sans Condensed" panose="020B0506050203000203"/>
                <a:ea typeface="IBM Plex Sans Condensed" panose="020B0506050203000203"/>
                <a:cs typeface="IBM Plex Sans Condensed" panose="020B0506050203000203"/>
                <a:sym typeface="IBM Plex Sans Condensed" panose="020B0506050203000203"/>
              </a:defRPr>
            </a:lvl9pPr>
          </a:lstStyle>
          <a:p>
            <a:endParaRPr/>
          </a:p>
        </p:txBody>
      </p:sp>
      <p:sp>
        <p:nvSpPr>
          <p:cNvPr id="36" name="Google Shape;36;p5"/>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a:t>
            </a:fld>
            <a:endParaRPr lang="en-GB"/>
          </a:p>
        </p:txBody>
      </p:sp>
      <p:sp>
        <p:nvSpPr>
          <p:cNvPr id="37" name="Google Shape;37;p5"/>
          <p:cNvSpPr txBox="1"/>
          <p:nvPr/>
        </p:nvSpPr>
        <p:spPr>
          <a:xfrm>
            <a:off x="11585175" y="6515100"/>
            <a:ext cx="532800" cy="2901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300"/>
              <a:buFont typeface="Arial" panose="020B0604020202020204"/>
              <a:buNone/>
            </a:pPr>
            <a:endParaRPr sz="1300" b="0" i="0" u="none" strike="noStrike" cap="none">
              <a:solidFill>
                <a:srgbClr val="FFFFFF"/>
              </a:solidFill>
              <a:latin typeface="Georgia" panose="02040502050405020303"/>
              <a:ea typeface="Georgia" panose="02040502050405020303"/>
              <a:cs typeface="Georgia" panose="02040502050405020303"/>
              <a:sym typeface="Georgia" panose="02040502050405020303"/>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415600" y="2867800"/>
            <a:ext cx="11360700" cy="1122300"/>
          </a:xfrm>
          <a:prstGeom prst="rect">
            <a:avLst/>
          </a:prstGeom>
          <a:noFill/>
          <a:ln>
            <a:noFill/>
          </a:ln>
        </p:spPr>
        <p:txBody>
          <a:bodyPr spcFirstLastPara="1" wrap="square" lIns="121900" tIns="121900" rIns="121900" bIns="121900"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a:endParaRPr/>
          </a:p>
        </p:txBody>
      </p:sp>
      <p:sp>
        <p:nvSpPr>
          <p:cNvPr id="40" name="Google Shape;40;p6"/>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1"/>
        <p:cNvGrpSpPr/>
        <p:nvPr/>
      </p:nvGrpSpPr>
      <p:grpSpPr>
        <a:xfrm>
          <a:off x="0" y="0"/>
          <a:ext cx="0" cy="0"/>
          <a:chOff x="0" y="0"/>
          <a:chExt cx="0" cy="0"/>
        </a:xfrm>
      </p:grpSpPr>
      <p:sp>
        <p:nvSpPr>
          <p:cNvPr id="42" name="Google Shape;42;p7"/>
          <p:cNvSpPr txBox="1">
            <a:spLocks noGrp="1"/>
          </p:cNvSpPr>
          <p:nvPr>
            <p:ph type="title"/>
          </p:nvPr>
        </p:nvSpPr>
        <p:spPr>
          <a:xfrm>
            <a:off x="415600" y="517167"/>
            <a:ext cx="11360700" cy="7635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43" name="Google Shape;43;p7"/>
          <p:cNvSpPr txBox="1">
            <a:spLocks noGrp="1"/>
          </p:cNvSpPr>
          <p:nvPr>
            <p:ph type="body" idx="1"/>
          </p:nvPr>
        </p:nvSpPr>
        <p:spPr>
          <a:xfrm>
            <a:off x="415600" y="1536625"/>
            <a:ext cx="5333100" cy="4751700"/>
          </a:xfrm>
          <a:prstGeom prst="rect">
            <a:avLst/>
          </a:prstGeom>
          <a:noFill/>
          <a:ln>
            <a:noFill/>
          </a:ln>
        </p:spPr>
        <p:txBody>
          <a:bodyPr spcFirstLastPara="1" wrap="square" lIns="121900" tIns="121900" rIns="121900" bIns="121900" anchor="t" anchorCtr="0">
            <a:noAutofit/>
          </a:bodyPr>
          <a:lstStyle>
            <a:lvl1pPr marL="457200" lvl="0" indent="-349250" algn="l">
              <a:lnSpc>
                <a:spcPct val="100000"/>
              </a:lnSpc>
              <a:spcBef>
                <a:spcPts val="0"/>
              </a:spcBef>
              <a:spcAft>
                <a:spcPts val="0"/>
              </a:spcAft>
              <a:buSzPts val="1900"/>
              <a:buChar char="●"/>
              <a:defRPr sz="1900"/>
            </a:lvl1pPr>
            <a:lvl2pPr marL="914400" lvl="1" indent="-330200" algn="l">
              <a:lnSpc>
                <a:spcPct val="100000"/>
              </a:lnSpc>
              <a:spcBef>
                <a:spcPts val="800"/>
              </a:spcBef>
              <a:spcAft>
                <a:spcPts val="0"/>
              </a:spcAft>
              <a:buSzPts val="1600"/>
              <a:buChar char="○"/>
              <a:defRPr sz="1600"/>
            </a:lvl2pPr>
            <a:lvl3pPr marL="1371600" lvl="2" indent="-330200" algn="l">
              <a:lnSpc>
                <a:spcPct val="100000"/>
              </a:lnSpc>
              <a:spcBef>
                <a:spcPts val="800"/>
              </a:spcBef>
              <a:spcAft>
                <a:spcPts val="0"/>
              </a:spcAft>
              <a:buSzPts val="1600"/>
              <a:buChar char="■"/>
              <a:defRPr sz="1600"/>
            </a:lvl3pPr>
            <a:lvl4pPr marL="1828800" lvl="3" indent="-330200" algn="l">
              <a:lnSpc>
                <a:spcPct val="100000"/>
              </a:lnSpc>
              <a:spcBef>
                <a:spcPts val="800"/>
              </a:spcBef>
              <a:spcAft>
                <a:spcPts val="0"/>
              </a:spcAft>
              <a:buSzPts val="1600"/>
              <a:buChar char="●"/>
              <a:defRPr sz="1600"/>
            </a:lvl4pPr>
            <a:lvl5pPr marL="2286000" lvl="4" indent="-330200" algn="l">
              <a:lnSpc>
                <a:spcPct val="100000"/>
              </a:lnSpc>
              <a:spcBef>
                <a:spcPts val="800"/>
              </a:spcBef>
              <a:spcAft>
                <a:spcPts val="0"/>
              </a:spcAft>
              <a:buSzPts val="1600"/>
              <a:buChar char="○"/>
              <a:defRPr sz="1600"/>
            </a:lvl5pPr>
            <a:lvl6pPr marL="2743200" lvl="5" indent="-330200" algn="l">
              <a:lnSpc>
                <a:spcPct val="100000"/>
              </a:lnSpc>
              <a:spcBef>
                <a:spcPts val="800"/>
              </a:spcBef>
              <a:spcAft>
                <a:spcPts val="0"/>
              </a:spcAft>
              <a:buSzPts val="1600"/>
              <a:buChar char="■"/>
              <a:defRPr sz="1600"/>
            </a:lvl6pPr>
            <a:lvl7pPr marL="3200400" lvl="6" indent="-330200" algn="l">
              <a:lnSpc>
                <a:spcPct val="100000"/>
              </a:lnSpc>
              <a:spcBef>
                <a:spcPts val="800"/>
              </a:spcBef>
              <a:spcAft>
                <a:spcPts val="0"/>
              </a:spcAft>
              <a:buSzPts val="1600"/>
              <a:buChar char="●"/>
              <a:defRPr sz="1600"/>
            </a:lvl7pPr>
            <a:lvl8pPr marL="3657600" lvl="7" indent="-330200" algn="l">
              <a:lnSpc>
                <a:spcPct val="100000"/>
              </a:lnSpc>
              <a:spcBef>
                <a:spcPts val="800"/>
              </a:spcBef>
              <a:spcAft>
                <a:spcPts val="0"/>
              </a:spcAft>
              <a:buSzPts val="1600"/>
              <a:buChar char="○"/>
              <a:defRPr sz="1600"/>
            </a:lvl8pPr>
            <a:lvl9pPr marL="4114800" lvl="8" indent="-330200" algn="l">
              <a:lnSpc>
                <a:spcPct val="100000"/>
              </a:lnSpc>
              <a:spcBef>
                <a:spcPts val="800"/>
              </a:spcBef>
              <a:spcAft>
                <a:spcPts val="800"/>
              </a:spcAft>
              <a:buSzPts val="1600"/>
              <a:buChar char="■"/>
              <a:defRPr sz="1600"/>
            </a:lvl9pPr>
          </a:lstStyle>
          <a:p>
            <a:endParaRPr/>
          </a:p>
        </p:txBody>
      </p:sp>
      <p:sp>
        <p:nvSpPr>
          <p:cNvPr id="44" name="Google Shape;44;p7"/>
          <p:cNvSpPr txBox="1">
            <a:spLocks noGrp="1"/>
          </p:cNvSpPr>
          <p:nvPr>
            <p:ph type="body" idx="2"/>
          </p:nvPr>
        </p:nvSpPr>
        <p:spPr>
          <a:xfrm>
            <a:off x="6443200" y="1536625"/>
            <a:ext cx="5333100" cy="4751700"/>
          </a:xfrm>
          <a:prstGeom prst="rect">
            <a:avLst/>
          </a:prstGeom>
          <a:noFill/>
          <a:ln>
            <a:noFill/>
          </a:ln>
        </p:spPr>
        <p:txBody>
          <a:bodyPr spcFirstLastPara="1" wrap="square" lIns="121900" tIns="121900" rIns="121900" bIns="121900" anchor="t" anchorCtr="0">
            <a:noAutofit/>
          </a:bodyPr>
          <a:lstStyle>
            <a:lvl1pPr marL="457200" lvl="0" indent="-349250" algn="l">
              <a:lnSpc>
                <a:spcPct val="100000"/>
              </a:lnSpc>
              <a:spcBef>
                <a:spcPts val="0"/>
              </a:spcBef>
              <a:spcAft>
                <a:spcPts val="0"/>
              </a:spcAft>
              <a:buSzPts val="1900"/>
              <a:buChar char="●"/>
              <a:defRPr sz="1900"/>
            </a:lvl1pPr>
            <a:lvl2pPr marL="914400" lvl="1" indent="-330200" algn="l">
              <a:lnSpc>
                <a:spcPct val="100000"/>
              </a:lnSpc>
              <a:spcBef>
                <a:spcPts val="800"/>
              </a:spcBef>
              <a:spcAft>
                <a:spcPts val="0"/>
              </a:spcAft>
              <a:buSzPts val="1600"/>
              <a:buChar char="○"/>
              <a:defRPr sz="1600"/>
            </a:lvl2pPr>
            <a:lvl3pPr marL="1371600" lvl="2" indent="-330200" algn="l">
              <a:lnSpc>
                <a:spcPct val="100000"/>
              </a:lnSpc>
              <a:spcBef>
                <a:spcPts val="800"/>
              </a:spcBef>
              <a:spcAft>
                <a:spcPts val="0"/>
              </a:spcAft>
              <a:buSzPts val="1600"/>
              <a:buChar char="■"/>
              <a:defRPr sz="1600"/>
            </a:lvl3pPr>
            <a:lvl4pPr marL="1828800" lvl="3" indent="-330200" algn="l">
              <a:lnSpc>
                <a:spcPct val="100000"/>
              </a:lnSpc>
              <a:spcBef>
                <a:spcPts val="800"/>
              </a:spcBef>
              <a:spcAft>
                <a:spcPts val="0"/>
              </a:spcAft>
              <a:buSzPts val="1600"/>
              <a:buChar char="●"/>
              <a:defRPr sz="1600"/>
            </a:lvl4pPr>
            <a:lvl5pPr marL="2286000" lvl="4" indent="-330200" algn="l">
              <a:lnSpc>
                <a:spcPct val="100000"/>
              </a:lnSpc>
              <a:spcBef>
                <a:spcPts val="800"/>
              </a:spcBef>
              <a:spcAft>
                <a:spcPts val="0"/>
              </a:spcAft>
              <a:buSzPts val="1600"/>
              <a:buChar char="○"/>
              <a:defRPr sz="1600"/>
            </a:lvl5pPr>
            <a:lvl6pPr marL="2743200" lvl="5" indent="-330200" algn="l">
              <a:lnSpc>
                <a:spcPct val="100000"/>
              </a:lnSpc>
              <a:spcBef>
                <a:spcPts val="800"/>
              </a:spcBef>
              <a:spcAft>
                <a:spcPts val="0"/>
              </a:spcAft>
              <a:buSzPts val="1600"/>
              <a:buChar char="■"/>
              <a:defRPr sz="1600"/>
            </a:lvl6pPr>
            <a:lvl7pPr marL="3200400" lvl="6" indent="-330200" algn="l">
              <a:lnSpc>
                <a:spcPct val="100000"/>
              </a:lnSpc>
              <a:spcBef>
                <a:spcPts val="800"/>
              </a:spcBef>
              <a:spcAft>
                <a:spcPts val="0"/>
              </a:spcAft>
              <a:buSzPts val="1600"/>
              <a:buChar char="●"/>
              <a:defRPr sz="1600"/>
            </a:lvl7pPr>
            <a:lvl8pPr marL="3657600" lvl="7" indent="-330200" algn="l">
              <a:lnSpc>
                <a:spcPct val="100000"/>
              </a:lnSpc>
              <a:spcBef>
                <a:spcPts val="800"/>
              </a:spcBef>
              <a:spcAft>
                <a:spcPts val="0"/>
              </a:spcAft>
              <a:buSzPts val="1600"/>
              <a:buChar char="○"/>
              <a:defRPr sz="1600"/>
            </a:lvl8pPr>
            <a:lvl9pPr marL="4114800" lvl="8" indent="-330200" algn="l">
              <a:lnSpc>
                <a:spcPct val="100000"/>
              </a:lnSpc>
              <a:spcBef>
                <a:spcPts val="800"/>
              </a:spcBef>
              <a:spcAft>
                <a:spcPts val="800"/>
              </a:spcAft>
              <a:buSzPts val="1600"/>
              <a:buChar char="■"/>
              <a:defRPr sz="1600"/>
            </a:lvl9pPr>
          </a:lstStyle>
          <a:p>
            <a:endParaRPr/>
          </a:p>
        </p:txBody>
      </p:sp>
      <p:sp>
        <p:nvSpPr>
          <p:cNvPr id="45" name="Google Shape;45;p7"/>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a:t>
            </a:fld>
            <a:endParaRPr lang="en-GB"/>
          </a:p>
        </p:txBody>
      </p:sp>
      <p:sp>
        <p:nvSpPr>
          <p:cNvPr id="46" name="Google Shape;46;p7"/>
          <p:cNvSpPr/>
          <p:nvPr/>
        </p:nvSpPr>
        <p:spPr>
          <a:xfrm rot="10800000">
            <a:off x="-2833" y="-25"/>
            <a:ext cx="122067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8"/>
          <p:cNvSpPr txBox="1">
            <a:spLocks noGrp="1"/>
          </p:cNvSpPr>
          <p:nvPr>
            <p:ph type="title"/>
          </p:nvPr>
        </p:nvSpPr>
        <p:spPr>
          <a:xfrm>
            <a:off x="415600" y="517167"/>
            <a:ext cx="11360700" cy="7635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49" name="Google Shape;49;p8"/>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0"/>
        <p:cNvGrpSpPr/>
        <p:nvPr/>
      </p:nvGrpSpPr>
      <p:grpSpPr>
        <a:xfrm>
          <a:off x="0" y="0"/>
          <a:ext cx="0" cy="0"/>
          <a:chOff x="0" y="0"/>
          <a:chExt cx="0" cy="0"/>
        </a:xfrm>
      </p:grpSpPr>
      <p:sp>
        <p:nvSpPr>
          <p:cNvPr id="51" name="Google Shape;51;p9"/>
          <p:cNvSpPr txBox="1">
            <a:spLocks noGrp="1"/>
          </p:cNvSpPr>
          <p:nvPr>
            <p:ph type="title"/>
          </p:nvPr>
        </p:nvSpPr>
        <p:spPr>
          <a:xfrm>
            <a:off x="415600" y="740800"/>
            <a:ext cx="7078200" cy="1007700"/>
          </a:xfrm>
          <a:prstGeom prst="rect">
            <a:avLst/>
          </a:prstGeom>
          <a:noFill/>
          <a:ln>
            <a:noFill/>
          </a:ln>
        </p:spPr>
        <p:txBody>
          <a:bodyPr spcFirstLastPara="1" wrap="square" lIns="121900" tIns="121900" rIns="121900" bIns="121900" anchor="b" anchorCtr="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a:endParaRPr/>
          </a:p>
        </p:txBody>
      </p:sp>
      <p:sp>
        <p:nvSpPr>
          <p:cNvPr id="52" name="Google Shape;52;p9"/>
          <p:cNvSpPr txBox="1">
            <a:spLocks noGrp="1"/>
          </p:cNvSpPr>
          <p:nvPr>
            <p:ph type="body" idx="1"/>
          </p:nvPr>
        </p:nvSpPr>
        <p:spPr>
          <a:xfrm>
            <a:off x="415600" y="1852800"/>
            <a:ext cx="3744000" cy="4239300"/>
          </a:xfrm>
          <a:prstGeom prst="rect">
            <a:avLst/>
          </a:prstGeom>
          <a:noFill/>
          <a:ln>
            <a:noFill/>
          </a:ln>
        </p:spPr>
        <p:txBody>
          <a:bodyPr spcFirstLastPara="1" wrap="square" lIns="121900" tIns="121900" rIns="121900" bIns="121900" anchor="t" anchorCtr="0">
            <a:noAutofit/>
          </a:bodyPr>
          <a:lstStyle>
            <a:lvl1pPr marL="457200" lvl="0" indent="-330200" algn="l">
              <a:lnSpc>
                <a:spcPct val="100000"/>
              </a:lnSpc>
              <a:spcBef>
                <a:spcPts val="0"/>
              </a:spcBef>
              <a:spcAft>
                <a:spcPts val="0"/>
              </a:spcAft>
              <a:buSzPts val="1600"/>
              <a:buChar char="●"/>
              <a:defRPr sz="1600"/>
            </a:lvl1pPr>
            <a:lvl2pPr marL="914400" lvl="1" indent="-330200" algn="l">
              <a:lnSpc>
                <a:spcPct val="100000"/>
              </a:lnSpc>
              <a:spcBef>
                <a:spcPts val="800"/>
              </a:spcBef>
              <a:spcAft>
                <a:spcPts val="0"/>
              </a:spcAft>
              <a:buSzPts val="1600"/>
              <a:buChar char="○"/>
              <a:defRPr sz="1600"/>
            </a:lvl2pPr>
            <a:lvl3pPr marL="1371600" lvl="2" indent="-330200" algn="l">
              <a:lnSpc>
                <a:spcPct val="100000"/>
              </a:lnSpc>
              <a:spcBef>
                <a:spcPts val="800"/>
              </a:spcBef>
              <a:spcAft>
                <a:spcPts val="0"/>
              </a:spcAft>
              <a:buSzPts val="1600"/>
              <a:buChar char="■"/>
              <a:defRPr sz="1600"/>
            </a:lvl3pPr>
            <a:lvl4pPr marL="1828800" lvl="3" indent="-330200" algn="l">
              <a:lnSpc>
                <a:spcPct val="100000"/>
              </a:lnSpc>
              <a:spcBef>
                <a:spcPts val="800"/>
              </a:spcBef>
              <a:spcAft>
                <a:spcPts val="0"/>
              </a:spcAft>
              <a:buSzPts val="1600"/>
              <a:buChar char="●"/>
              <a:defRPr sz="1600"/>
            </a:lvl4pPr>
            <a:lvl5pPr marL="2286000" lvl="4" indent="-330200" algn="l">
              <a:lnSpc>
                <a:spcPct val="100000"/>
              </a:lnSpc>
              <a:spcBef>
                <a:spcPts val="800"/>
              </a:spcBef>
              <a:spcAft>
                <a:spcPts val="0"/>
              </a:spcAft>
              <a:buSzPts val="1600"/>
              <a:buChar char="○"/>
              <a:defRPr sz="1600"/>
            </a:lvl5pPr>
            <a:lvl6pPr marL="2743200" lvl="5" indent="-330200" algn="l">
              <a:lnSpc>
                <a:spcPct val="100000"/>
              </a:lnSpc>
              <a:spcBef>
                <a:spcPts val="800"/>
              </a:spcBef>
              <a:spcAft>
                <a:spcPts val="0"/>
              </a:spcAft>
              <a:buSzPts val="1600"/>
              <a:buChar char="■"/>
              <a:defRPr sz="1600"/>
            </a:lvl6pPr>
            <a:lvl7pPr marL="3200400" lvl="6" indent="-330200" algn="l">
              <a:lnSpc>
                <a:spcPct val="100000"/>
              </a:lnSpc>
              <a:spcBef>
                <a:spcPts val="800"/>
              </a:spcBef>
              <a:spcAft>
                <a:spcPts val="0"/>
              </a:spcAft>
              <a:buSzPts val="1600"/>
              <a:buChar char="●"/>
              <a:defRPr sz="1600"/>
            </a:lvl7pPr>
            <a:lvl8pPr marL="3657600" lvl="7" indent="-330200" algn="l">
              <a:lnSpc>
                <a:spcPct val="100000"/>
              </a:lnSpc>
              <a:spcBef>
                <a:spcPts val="800"/>
              </a:spcBef>
              <a:spcAft>
                <a:spcPts val="0"/>
              </a:spcAft>
              <a:buSzPts val="1600"/>
              <a:buChar char="○"/>
              <a:defRPr sz="1600"/>
            </a:lvl8pPr>
            <a:lvl9pPr marL="4114800" lvl="8" indent="-330200" algn="l">
              <a:lnSpc>
                <a:spcPct val="100000"/>
              </a:lnSpc>
              <a:spcBef>
                <a:spcPts val="800"/>
              </a:spcBef>
              <a:spcAft>
                <a:spcPts val="800"/>
              </a:spcAft>
              <a:buSzPts val="1600"/>
              <a:buChar char="■"/>
              <a:defRPr sz="1600"/>
            </a:lvl9pPr>
          </a:lstStyle>
          <a:p>
            <a:endParaRPr/>
          </a:p>
        </p:txBody>
      </p:sp>
      <p:sp>
        <p:nvSpPr>
          <p:cNvPr id="53" name="Google Shape;53;p9"/>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653667" y="600200"/>
            <a:ext cx="8490300" cy="5454300"/>
          </a:xfrm>
          <a:prstGeom prst="rect">
            <a:avLst/>
          </a:prstGeom>
          <a:noFill/>
          <a:ln>
            <a:noFill/>
          </a:ln>
        </p:spPr>
        <p:txBody>
          <a:bodyPr spcFirstLastPara="1" wrap="square" lIns="121900" tIns="121900" rIns="121900" bIns="121900"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a:endParaRPr/>
          </a:p>
        </p:txBody>
      </p:sp>
      <p:sp>
        <p:nvSpPr>
          <p:cNvPr id="56" name="Google Shape;56;p10"/>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7"/>
        <p:cNvGrpSpPr/>
        <p:nvPr/>
      </p:nvGrpSpPr>
      <p:grpSpPr>
        <a:xfrm>
          <a:off x="0" y="0"/>
          <a:ext cx="0" cy="0"/>
          <a:chOff x="0" y="0"/>
          <a:chExt cx="0" cy="0"/>
        </a:xfrm>
      </p:grpSpPr>
      <p:sp>
        <p:nvSpPr>
          <p:cNvPr id="58" name="Google Shape;58;p11"/>
          <p:cNvSpPr/>
          <p:nvPr/>
        </p:nvSpPr>
        <p:spPr>
          <a:xfrm>
            <a:off x="6096000" y="272150"/>
            <a:ext cx="6096000" cy="61365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9" name="Google Shape;59;p11"/>
          <p:cNvSpPr txBox="1">
            <a:spLocks noGrp="1"/>
          </p:cNvSpPr>
          <p:nvPr>
            <p:ph type="title"/>
          </p:nvPr>
        </p:nvSpPr>
        <p:spPr>
          <a:xfrm>
            <a:off x="354000" y="1644233"/>
            <a:ext cx="5393700" cy="1976400"/>
          </a:xfrm>
          <a:prstGeom prst="rect">
            <a:avLst/>
          </a:prstGeom>
          <a:noFill/>
          <a:ln>
            <a:noFill/>
          </a:ln>
        </p:spPr>
        <p:txBody>
          <a:bodyPr spcFirstLastPara="1" wrap="square" lIns="121900" tIns="121900" rIns="121900" bIns="121900"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a:endParaRPr/>
          </a:p>
        </p:txBody>
      </p:sp>
      <p:sp>
        <p:nvSpPr>
          <p:cNvPr id="60" name="Google Shape;60;p11"/>
          <p:cNvSpPr txBox="1">
            <a:spLocks noGrp="1"/>
          </p:cNvSpPr>
          <p:nvPr>
            <p:ph type="subTitle" idx="1"/>
          </p:nvPr>
        </p:nvSpPr>
        <p:spPr>
          <a:xfrm>
            <a:off x="354000" y="3737433"/>
            <a:ext cx="5393700" cy="1646700"/>
          </a:xfrm>
          <a:prstGeom prst="rect">
            <a:avLst/>
          </a:prstGeom>
          <a:noFill/>
          <a:ln>
            <a:noFill/>
          </a:ln>
        </p:spPr>
        <p:txBody>
          <a:bodyPr spcFirstLastPara="1" wrap="square" lIns="121900" tIns="121900" rIns="121900" bIns="121900"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61" name="Google Shape;61;p11"/>
          <p:cNvSpPr txBox="1">
            <a:spLocks noGrp="1"/>
          </p:cNvSpPr>
          <p:nvPr>
            <p:ph type="body" idx="2"/>
          </p:nvPr>
        </p:nvSpPr>
        <p:spPr>
          <a:xfrm>
            <a:off x="6586000" y="965433"/>
            <a:ext cx="5115900" cy="4926900"/>
          </a:xfrm>
          <a:prstGeom prst="rect">
            <a:avLst/>
          </a:prstGeom>
          <a:noFill/>
          <a:ln>
            <a:noFill/>
          </a:ln>
        </p:spPr>
        <p:txBody>
          <a:bodyPr spcFirstLastPara="1" wrap="square" lIns="121900" tIns="121900" rIns="121900" bIns="121900" anchor="ctr" anchorCtr="0">
            <a:noAutofit/>
          </a:bodyPr>
          <a:lstStyle>
            <a:lvl1pPr marL="457200" lvl="0" indent="-406400" algn="l">
              <a:lnSpc>
                <a:spcPct val="100000"/>
              </a:lnSpc>
              <a:spcBef>
                <a:spcPts val="0"/>
              </a:spcBef>
              <a:spcAft>
                <a:spcPts val="0"/>
              </a:spcAft>
              <a:buSzPts val="2800"/>
              <a:buChar char="●"/>
              <a:defRPr/>
            </a:lvl1pPr>
            <a:lvl2pPr marL="914400" lvl="1" indent="-393700" algn="l">
              <a:lnSpc>
                <a:spcPct val="100000"/>
              </a:lnSpc>
              <a:spcBef>
                <a:spcPts val="800"/>
              </a:spcBef>
              <a:spcAft>
                <a:spcPts val="0"/>
              </a:spcAft>
              <a:buSzPts val="2600"/>
              <a:buChar char="○"/>
              <a:defRPr/>
            </a:lvl2pPr>
            <a:lvl3pPr marL="1371600" lvl="2" indent="-381000" algn="l">
              <a:lnSpc>
                <a:spcPct val="100000"/>
              </a:lnSpc>
              <a:spcBef>
                <a:spcPts val="800"/>
              </a:spcBef>
              <a:spcAft>
                <a:spcPts val="0"/>
              </a:spcAft>
              <a:buSzPts val="2400"/>
              <a:buChar char="■"/>
              <a:defRPr/>
            </a:lvl3pPr>
            <a:lvl4pPr marL="1828800" lvl="3" indent="-381000" algn="l">
              <a:lnSpc>
                <a:spcPct val="100000"/>
              </a:lnSpc>
              <a:spcBef>
                <a:spcPts val="800"/>
              </a:spcBef>
              <a:spcAft>
                <a:spcPts val="0"/>
              </a:spcAft>
              <a:buSzPts val="2400"/>
              <a:buChar char="●"/>
              <a:defRPr/>
            </a:lvl4pPr>
            <a:lvl5pPr marL="2286000" lvl="4" indent="-381000" algn="l">
              <a:lnSpc>
                <a:spcPct val="100000"/>
              </a:lnSpc>
              <a:spcBef>
                <a:spcPts val="800"/>
              </a:spcBef>
              <a:spcAft>
                <a:spcPts val="0"/>
              </a:spcAft>
              <a:buSzPts val="2400"/>
              <a:buChar char="○"/>
              <a:defRPr/>
            </a:lvl5pPr>
            <a:lvl6pPr marL="2743200" lvl="5" indent="-381000" algn="l">
              <a:lnSpc>
                <a:spcPct val="100000"/>
              </a:lnSpc>
              <a:spcBef>
                <a:spcPts val="800"/>
              </a:spcBef>
              <a:spcAft>
                <a:spcPts val="0"/>
              </a:spcAft>
              <a:buSzPts val="2400"/>
              <a:buChar char="■"/>
              <a:defRPr/>
            </a:lvl6pPr>
            <a:lvl7pPr marL="3200400" lvl="6" indent="-381000" algn="l">
              <a:lnSpc>
                <a:spcPct val="100000"/>
              </a:lnSpc>
              <a:spcBef>
                <a:spcPts val="800"/>
              </a:spcBef>
              <a:spcAft>
                <a:spcPts val="0"/>
              </a:spcAft>
              <a:buSzPts val="2400"/>
              <a:buChar char="●"/>
              <a:defRPr/>
            </a:lvl7pPr>
            <a:lvl8pPr marL="3657600" lvl="7" indent="-381000" algn="l">
              <a:lnSpc>
                <a:spcPct val="100000"/>
              </a:lnSpc>
              <a:spcBef>
                <a:spcPts val="800"/>
              </a:spcBef>
              <a:spcAft>
                <a:spcPts val="0"/>
              </a:spcAft>
              <a:buSzPts val="2400"/>
              <a:buChar char="○"/>
              <a:defRPr/>
            </a:lvl8pPr>
            <a:lvl9pPr marL="4114800" lvl="8" indent="-381000" algn="l">
              <a:lnSpc>
                <a:spcPct val="100000"/>
              </a:lnSpc>
              <a:spcBef>
                <a:spcPts val="800"/>
              </a:spcBef>
              <a:spcAft>
                <a:spcPts val="800"/>
              </a:spcAft>
              <a:buSzPts val="2400"/>
              <a:buChar char="■"/>
              <a:defRPr/>
            </a:lvl9pPr>
          </a:lstStyle>
          <a:p>
            <a:endParaRPr/>
          </a:p>
        </p:txBody>
      </p:sp>
      <p:sp>
        <p:nvSpPr>
          <p:cNvPr id="62" name="Google Shape;62;p11"/>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3"/>
        <p:cNvGrpSpPr/>
        <p:nvPr/>
      </p:nvGrpSpPr>
      <p:grpSpPr>
        <a:xfrm>
          <a:off x="0" y="0"/>
          <a:ext cx="0" cy="0"/>
          <a:chOff x="0" y="0"/>
          <a:chExt cx="0" cy="0"/>
        </a:xfrm>
      </p:grpSpPr>
      <p:sp>
        <p:nvSpPr>
          <p:cNvPr id="64" name="Google Shape;64;p12"/>
          <p:cNvSpPr txBox="1">
            <a:spLocks noGrp="1"/>
          </p:cNvSpPr>
          <p:nvPr>
            <p:ph type="body" idx="1"/>
          </p:nvPr>
        </p:nvSpPr>
        <p:spPr>
          <a:xfrm>
            <a:off x="415600" y="5773325"/>
            <a:ext cx="7998300" cy="635100"/>
          </a:xfrm>
          <a:prstGeom prst="rect">
            <a:avLst/>
          </a:prstGeom>
          <a:noFill/>
          <a:ln>
            <a:noFill/>
          </a:ln>
        </p:spPr>
        <p:txBody>
          <a:bodyPr spcFirstLastPara="1" wrap="square" lIns="121900" tIns="121900" rIns="121900" bIns="121900" anchor="ctr" anchorCtr="0">
            <a:noAutofit/>
          </a:bodyPr>
          <a:lstStyle>
            <a:lvl1pPr marL="457200" lvl="0" indent="-228600" algn="l">
              <a:lnSpc>
                <a:spcPct val="100000"/>
              </a:lnSpc>
              <a:spcBef>
                <a:spcPts val="0"/>
              </a:spcBef>
              <a:spcAft>
                <a:spcPts val="0"/>
              </a:spcAft>
              <a:buSzPts val="2800"/>
              <a:buNone/>
              <a:defRPr/>
            </a:lvl1pPr>
          </a:lstStyle>
          <a:p>
            <a:endParaRPr/>
          </a:p>
        </p:txBody>
      </p:sp>
      <p:sp>
        <p:nvSpPr>
          <p:cNvPr id="65" name="Google Shape;65;p12"/>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6"/>
        <p:cNvGrpSpPr/>
        <p:nvPr/>
      </p:nvGrpSpPr>
      <p:grpSpPr>
        <a:xfrm>
          <a:off x="0" y="0"/>
          <a:ext cx="0" cy="0"/>
          <a:chOff x="0" y="0"/>
          <a:chExt cx="0" cy="0"/>
        </a:xfrm>
      </p:grpSpPr>
      <p:sp>
        <p:nvSpPr>
          <p:cNvPr id="67" name="Google Shape;67;p13"/>
          <p:cNvSpPr txBox="1">
            <a:spLocks noGrp="1"/>
          </p:cNvSpPr>
          <p:nvPr>
            <p:ph type="title" hasCustomPrompt="1"/>
          </p:nvPr>
        </p:nvSpPr>
        <p:spPr>
          <a:xfrm>
            <a:off x="415600" y="1474833"/>
            <a:ext cx="11360700" cy="2618100"/>
          </a:xfrm>
          <a:prstGeom prst="rect">
            <a:avLst/>
          </a:prstGeom>
          <a:noFill/>
          <a:ln>
            <a:noFill/>
          </a:ln>
        </p:spPr>
        <p:txBody>
          <a:bodyPr spcFirstLastPara="1" wrap="square" lIns="121900" tIns="121900" rIns="121900" bIns="121900" anchor="b" anchorCtr="0">
            <a:no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68" name="Google Shape;68;p13"/>
          <p:cNvSpPr txBox="1">
            <a:spLocks noGrp="1"/>
          </p:cNvSpPr>
          <p:nvPr>
            <p:ph type="body" idx="1"/>
          </p:nvPr>
        </p:nvSpPr>
        <p:spPr>
          <a:xfrm>
            <a:off x="415600" y="4202967"/>
            <a:ext cx="11360700" cy="1734300"/>
          </a:xfrm>
          <a:prstGeom prst="rect">
            <a:avLst/>
          </a:prstGeom>
          <a:noFill/>
          <a:ln>
            <a:noFill/>
          </a:ln>
        </p:spPr>
        <p:txBody>
          <a:bodyPr spcFirstLastPara="1" wrap="square" lIns="121900" tIns="121900" rIns="121900" bIns="121900" anchor="t" anchorCtr="0">
            <a:noAutofit/>
          </a:bodyPr>
          <a:lstStyle>
            <a:lvl1pPr marL="457200" lvl="0" indent="-406400" algn="ctr">
              <a:lnSpc>
                <a:spcPct val="100000"/>
              </a:lnSpc>
              <a:spcBef>
                <a:spcPts val="0"/>
              </a:spcBef>
              <a:spcAft>
                <a:spcPts val="0"/>
              </a:spcAft>
              <a:buSzPts val="2800"/>
              <a:buChar char="●"/>
              <a:defRPr/>
            </a:lvl1pPr>
            <a:lvl2pPr marL="914400" lvl="1" indent="-393700" algn="ctr">
              <a:lnSpc>
                <a:spcPct val="100000"/>
              </a:lnSpc>
              <a:spcBef>
                <a:spcPts val="800"/>
              </a:spcBef>
              <a:spcAft>
                <a:spcPts val="0"/>
              </a:spcAft>
              <a:buSzPts val="2600"/>
              <a:buChar char="○"/>
              <a:defRPr/>
            </a:lvl2pPr>
            <a:lvl3pPr marL="1371600" lvl="2" indent="-381000" algn="ctr">
              <a:lnSpc>
                <a:spcPct val="100000"/>
              </a:lnSpc>
              <a:spcBef>
                <a:spcPts val="800"/>
              </a:spcBef>
              <a:spcAft>
                <a:spcPts val="0"/>
              </a:spcAft>
              <a:buSzPts val="2400"/>
              <a:buChar char="■"/>
              <a:defRPr/>
            </a:lvl3pPr>
            <a:lvl4pPr marL="1828800" lvl="3" indent="-381000" algn="ctr">
              <a:lnSpc>
                <a:spcPct val="100000"/>
              </a:lnSpc>
              <a:spcBef>
                <a:spcPts val="800"/>
              </a:spcBef>
              <a:spcAft>
                <a:spcPts val="0"/>
              </a:spcAft>
              <a:buSzPts val="2400"/>
              <a:buChar char="●"/>
              <a:defRPr/>
            </a:lvl4pPr>
            <a:lvl5pPr marL="2286000" lvl="4" indent="-381000" algn="ctr">
              <a:lnSpc>
                <a:spcPct val="100000"/>
              </a:lnSpc>
              <a:spcBef>
                <a:spcPts val="800"/>
              </a:spcBef>
              <a:spcAft>
                <a:spcPts val="0"/>
              </a:spcAft>
              <a:buSzPts val="2400"/>
              <a:buChar char="○"/>
              <a:defRPr/>
            </a:lvl5pPr>
            <a:lvl6pPr marL="2743200" lvl="5" indent="-381000" algn="ctr">
              <a:lnSpc>
                <a:spcPct val="100000"/>
              </a:lnSpc>
              <a:spcBef>
                <a:spcPts val="800"/>
              </a:spcBef>
              <a:spcAft>
                <a:spcPts val="0"/>
              </a:spcAft>
              <a:buSzPts val="2400"/>
              <a:buChar char="■"/>
              <a:defRPr/>
            </a:lvl6pPr>
            <a:lvl7pPr marL="3200400" lvl="6" indent="-381000" algn="ctr">
              <a:lnSpc>
                <a:spcPct val="100000"/>
              </a:lnSpc>
              <a:spcBef>
                <a:spcPts val="800"/>
              </a:spcBef>
              <a:spcAft>
                <a:spcPts val="0"/>
              </a:spcAft>
              <a:buSzPts val="2400"/>
              <a:buChar char="●"/>
              <a:defRPr/>
            </a:lvl7pPr>
            <a:lvl8pPr marL="3657600" lvl="7" indent="-381000" algn="ctr">
              <a:lnSpc>
                <a:spcPct val="100000"/>
              </a:lnSpc>
              <a:spcBef>
                <a:spcPts val="800"/>
              </a:spcBef>
              <a:spcAft>
                <a:spcPts val="0"/>
              </a:spcAft>
              <a:buSzPts val="2400"/>
              <a:buChar char="○"/>
              <a:defRPr/>
            </a:lvl8pPr>
            <a:lvl9pPr marL="4114800" lvl="8" indent="-381000" algn="ctr">
              <a:lnSpc>
                <a:spcPct val="100000"/>
              </a:lnSpc>
              <a:spcBef>
                <a:spcPts val="800"/>
              </a:spcBef>
              <a:spcAft>
                <a:spcPts val="800"/>
              </a:spcAft>
              <a:buSzPts val="2400"/>
              <a:buChar char="■"/>
              <a:defRPr/>
            </a:lvl9pPr>
          </a:lstStyle>
          <a:p>
            <a:endParaRPr/>
          </a:p>
        </p:txBody>
      </p:sp>
      <p:sp>
        <p:nvSpPr>
          <p:cNvPr id="69" name="Google Shape;69;p13"/>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0"/>
        <p:cNvGrpSpPr/>
        <p:nvPr/>
      </p:nvGrpSpPr>
      <p:grpSpPr>
        <a:xfrm>
          <a:off x="0" y="0"/>
          <a:ext cx="0" cy="0"/>
          <a:chOff x="0" y="0"/>
          <a:chExt cx="0" cy="0"/>
        </a:xfrm>
      </p:grpSpPr>
      <p:sp>
        <p:nvSpPr>
          <p:cNvPr id="71" name="Google Shape;71;p14"/>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2"/>
        <p:cNvGrpSpPr/>
        <p:nvPr/>
      </p:nvGrpSpPr>
      <p:grpSpPr>
        <a:xfrm>
          <a:off x="0" y="0"/>
          <a:ext cx="0" cy="0"/>
          <a:chOff x="0" y="0"/>
          <a:chExt cx="0" cy="0"/>
        </a:xfrm>
      </p:grpSpPr>
      <p:sp>
        <p:nvSpPr>
          <p:cNvPr id="73" name="Google Shape;73;p15"/>
          <p:cNvSpPr txBox="1">
            <a:spLocks noGrp="1"/>
          </p:cNvSpPr>
          <p:nvPr>
            <p:ph type="title"/>
          </p:nvPr>
        </p:nvSpPr>
        <p:spPr>
          <a:xfrm>
            <a:off x="691079" y="725951"/>
            <a:ext cx="10325100" cy="14424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5"/>
          <p:cNvSpPr txBox="1">
            <a:spLocks noGrp="1"/>
          </p:cNvSpPr>
          <p:nvPr>
            <p:ph type="body" idx="1"/>
          </p:nvPr>
        </p:nvSpPr>
        <p:spPr>
          <a:xfrm>
            <a:off x="691079" y="2340131"/>
            <a:ext cx="10325100" cy="3564300"/>
          </a:xfrm>
          <a:prstGeom prst="rect">
            <a:avLst/>
          </a:prstGeom>
          <a:noFill/>
          <a:ln>
            <a:noFill/>
          </a:ln>
        </p:spPr>
        <p:txBody>
          <a:bodyPr spcFirstLastPara="1" wrap="square" lIns="91425" tIns="45700" rIns="91425" bIns="45700" anchor="t" anchorCtr="0">
            <a:normAutofit/>
          </a:bodyPr>
          <a:lstStyle>
            <a:lvl1pPr marL="457200" lvl="0" indent="-314325" algn="l">
              <a:lnSpc>
                <a:spcPct val="110000"/>
              </a:lnSpc>
              <a:spcBef>
                <a:spcPts val="1000"/>
              </a:spcBef>
              <a:spcAft>
                <a:spcPts val="0"/>
              </a:spcAft>
              <a:buSzPts val="1350"/>
              <a:buChar char="▪"/>
              <a:defRPr/>
            </a:lvl1pPr>
            <a:lvl2pPr marL="914400" lvl="1" indent="-314325" algn="l">
              <a:lnSpc>
                <a:spcPct val="110000"/>
              </a:lnSpc>
              <a:spcBef>
                <a:spcPts val="500"/>
              </a:spcBef>
              <a:spcAft>
                <a:spcPts val="0"/>
              </a:spcAft>
              <a:buSzPts val="1350"/>
              <a:buChar char="▪"/>
              <a:defRPr/>
            </a:lvl2pPr>
            <a:lvl3pPr marL="1371600" lvl="2" indent="-314325" algn="l">
              <a:lnSpc>
                <a:spcPct val="110000"/>
              </a:lnSpc>
              <a:spcBef>
                <a:spcPts val="500"/>
              </a:spcBef>
              <a:spcAft>
                <a:spcPts val="0"/>
              </a:spcAft>
              <a:buSzPts val="1350"/>
              <a:buChar char="▪"/>
              <a:defRPr/>
            </a:lvl3pPr>
            <a:lvl4pPr marL="1828800" lvl="3" indent="-314325" algn="l">
              <a:lnSpc>
                <a:spcPct val="110000"/>
              </a:lnSpc>
              <a:spcBef>
                <a:spcPts val="500"/>
              </a:spcBef>
              <a:spcAft>
                <a:spcPts val="0"/>
              </a:spcAft>
              <a:buSzPts val="1350"/>
              <a:buChar char="▪"/>
              <a:defRPr/>
            </a:lvl4pPr>
            <a:lvl5pPr marL="2286000" lvl="4" indent="-314325" algn="l">
              <a:lnSpc>
                <a:spcPct val="110000"/>
              </a:lnSpc>
              <a:spcBef>
                <a:spcPts val="500"/>
              </a:spcBef>
              <a:spcAft>
                <a:spcPts val="0"/>
              </a:spcAft>
              <a:buSzPts val="135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5"/>
          <p:cNvSpPr txBox="1">
            <a:spLocks noGrp="1"/>
          </p:cNvSpPr>
          <p:nvPr>
            <p:ph type="sldNum" idx="12"/>
          </p:nvPr>
        </p:nvSpPr>
        <p:spPr>
          <a:xfrm>
            <a:off x="11003649" y="6215870"/>
            <a:ext cx="979200" cy="4170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ct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ct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ct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ct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ct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ct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ct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ct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ct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415600" y="517167"/>
            <a:ext cx="11360700" cy="763500"/>
          </a:xfrm>
          <a:prstGeom prst="rect">
            <a:avLst/>
          </a:prstGeom>
          <a:noFill/>
          <a:ln>
            <a:noFill/>
          </a:ln>
        </p:spPr>
        <p:txBody>
          <a:bodyPr spcFirstLastPara="1" wrap="square" lIns="121900" tIns="121900" rIns="121900" bIns="121900" anchor="t" anchorCtr="0">
            <a:noAutofit/>
          </a:bodyPr>
          <a:lstStyle>
            <a:lvl1pPr marR="0" lvl="0" algn="l" rtl="0">
              <a:lnSpc>
                <a:spcPct val="100000"/>
              </a:lnSpc>
              <a:spcBef>
                <a:spcPts val="0"/>
              </a:spcBef>
              <a:spcAft>
                <a:spcPts val="0"/>
              </a:spcAft>
              <a:buClr>
                <a:srgbClr val="000000"/>
              </a:buClr>
              <a:buSzPts val="3200"/>
              <a:buFont typeface="IBM Plex Sans Condensed" panose="020B0506050203000203"/>
              <a:buNone/>
              <a:defRPr sz="3200" b="1" i="0" u="none" strike="noStrike" cap="none">
                <a:solidFill>
                  <a:srgbClr val="000000"/>
                </a:solidFill>
                <a:latin typeface="IBM Plex Sans Condensed" panose="020B0506050203000203"/>
                <a:ea typeface="IBM Plex Sans Condensed" panose="020B0506050203000203"/>
                <a:cs typeface="IBM Plex Sans Condensed" panose="020B0506050203000203"/>
                <a:sym typeface="IBM Plex Sans Condensed" panose="020B0506050203000203"/>
              </a:defRPr>
            </a:lvl1pPr>
            <a:lvl2pPr marR="0" lvl="1" algn="l" rtl="0">
              <a:lnSpc>
                <a:spcPct val="100000"/>
              </a:lnSpc>
              <a:spcBef>
                <a:spcPts val="0"/>
              </a:spcBef>
              <a:spcAft>
                <a:spcPts val="0"/>
              </a:spcAft>
              <a:buClr>
                <a:srgbClr val="000000"/>
              </a:buClr>
              <a:buSzPts val="3200"/>
              <a:buFont typeface="IBM Plex Sans Condensed" panose="020B0506050203000203"/>
              <a:buNone/>
              <a:defRPr sz="3200" b="1" i="0" u="none" strike="noStrike" cap="none">
                <a:solidFill>
                  <a:srgbClr val="000000"/>
                </a:solidFill>
                <a:latin typeface="IBM Plex Sans Condensed" panose="020B0506050203000203"/>
                <a:ea typeface="IBM Plex Sans Condensed" panose="020B0506050203000203"/>
                <a:cs typeface="IBM Plex Sans Condensed" panose="020B0506050203000203"/>
                <a:sym typeface="IBM Plex Sans Condensed" panose="020B0506050203000203"/>
              </a:defRPr>
            </a:lvl2pPr>
            <a:lvl3pPr marR="0" lvl="2" algn="l" rtl="0">
              <a:lnSpc>
                <a:spcPct val="100000"/>
              </a:lnSpc>
              <a:spcBef>
                <a:spcPts val="0"/>
              </a:spcBef>
              <a:spcAft>
                <a:spcPts val="0"/>
              </a:spcAft>
              <a:buClr>
                <a:srgbClr val="000000"/>
              </a:buClr>
              <a:buSzPts val="3200"/>
              <a:buFont typeface="IBM Plex Sans Condensed" panose="020B0506050203000203"/>
              <a:buNone/>
              <a:defRPr sz="3200" b="1" i="0" u="none" strike="noStrike" cap="none">
                <a:solidFill>
                  <a:srgbClr val="000000"/>
                </a:solidFill>
                <a:latin typeface="IBM Plex Sans Condensed" panose="020B0506050203000203"/>
                <a:ea typeface="IBM Plex Sans Condensed" panose="020B0506050203000203"/>
                <a:cs typeface="IBM Plex Sans Condensed" panose="020B0506050203000203"/>
                <a:sym typeface="IBM Plex Sans Condensed" panose="020B0506050203000203"/>
              </a:defRPr>
            </a:lvl3pPr>
            <a:lvl4pPr marR="0" lvl="3" algn="l" rtl="0">
              <a:lnSpc>
                <a:spcPct val="100000"/>
              </a:lnSpc>
              <a:spcBef>
                <a:spcPts val="0"/>
              </a:spcBef>
              <a:spcAft>
                <a:spcPts val="0"/>
              </a:spcAft>
              <a:buClr>
                <a:srgbClr val="000000"/>
              </a:buClr>
              <a:buSzPts val="3200"/>
              <a:buFont typeface="IBM Plex Sans Condensed" panose="020B0506050203000203"/>
              <a:buNone/>
              <a:defRPr sz="3200" b="1" i="0" u="none" strike="noStrike" cap="none">
                <a:solidFill>
                  <a:srgbClr val="000000"/>
                </a:solidFill>
                <a:latin typeface="IBM Plex Sans Condensed" panose="020B0506050203000203"/>
                <a:ea typeface="IBM Plex Sans Condensed" panose="020B0506050203000203"/>
                <a:cs typeface="IBM Plex Sans Condensed" panose="020B0506050203000203"/>
                <a:sym typeface="IBM Plex Sans Condensed" panose="020B0506050203000203"/>
              </a:defRPr>
            </a:lvl4pPr>
            <a:lvl5pPr marR="0" lvl="4" algn="l" rtl="0">
              <a:lnSpc>
                <a:spcPct val="100000"/>
              </a:lnSpc>
              <a:spcBef>
                <a:spcPts val="0"/>
              </a:spcBef>
              <a:spcAft>
                <a:spcPts val="0"/>
              </a:spcAft>
              <a:buClr>
                <a:srgbClr val="000000"/>
              </a:buClr>
              <a:buSzPts val="3200"/>
              <a:buFont typeface="IBM Plex Sans Condensed" panose="020B0506050203000203"/>
              <a:buNone/>
              <a:defRPr sz="3200" b="1" i="0" u="none" strike="noStrike" cap="none">
                <a:solidFill>
                  <a:srgbClr val="000000"/>
                </a:solidFill>
                <a:latin typeface="IBM Plex Sans Condensed" panose="020B0506050203000203"/>
                <a:ea typeface="IBM Plex Sans Condensed" panose="020B0506050203000203"/>
                <a:cs typeface="IBM Plex Sans Condensed" panose="020B0506050203000203"/>
                <a:sym typeface="IBM Plex Sans Condensed" panose="020B0506050203000203"/>
              </a:defRPr>
            </a:lvl5pPr>
            <a:lvl6pPr marR="0" lvl="5" algn="l" rtl="0">
              <a:lnSpc>
                <a:spcPct val="100000"/>
              </a:lnSpc>
              <a:spcBef>
                <a:spcPts val="0"/>
              </a:spcBef>
              <a:spcAft>
                <a:spcPts val="0"/>
              </a:spcAft>
              <a:buClr>
                <a:srgbClr val="000000"/>
              </a:buClr>
              <a:buSzPts val="3200"/>
              <a:buFont typeface="IBM Plex Sans Condensed" panose="020B0506050203000203"/>
              <a:buNone/>
              <a:defRPr sz="3200" b="1" i="0" u="none" strike="noStrike" cap="none">
                <a:solidFill>
                  <a:srgbClr val="000000"/>
                </a:solidFill>
                <a:latin typeface="IBM Plex Sans Condensed" panose="020B0506050203000203"/>
                <a:ea typeface="IBM Plex Sans Condensed" panose="020B0506050203000203"/>
                <a:cs typeface="IBM Plex Sans Condensed" panose="020B0506050203000203"/>
                <a:sym typeface="IBM Plex Sans Condensed" panose="020B0506050203000203"/>
              </a:defRPr>
            </a:lvl6pPr>
            <a:lvl7pPr marR="0" lvl="6" algn="l" rtl="0">
              <a:lnSpc>
                <a:spcPct val="100000"/>
              </a:lnSpc>
              <a:spcBef>
                <a:spcPts val="0"/>
              </a:spcBef>
              <a:spcAft>
                <a:spcPts val="0"/>
              </a:spcAft>
              <a:buClr>
                <a:srgbClr val="000000"/>
              </a:buClr>
              <a:buSzPts val="3200"/>
              <a:buFont typeface="IBM Plex Sans Condensed" panose="020B0506050203000203"/>
              <a:buNone/>
              <a:defRPr sz="3200" b="1" i="0" u="none" strike="noStrike" cap="none">
                <a:solidFill>
                  <a:srgbClr val="000000"/>
                </a:solidFill>
                <a:latin typeface="IBM Plex Sans Condensed" panose="020B0506050203000203"/>
                <a:ea typeface="IBM Plex Sans Condensed" panose="020B0506050203000203"/>
                <a:cs typeface="IBM Plex Sans Condensed" panose="020B0506050203000203"/>
                <a:sym typeface="IBM Plex Sans Condensed" panose="020B0506050203000203"/>
              </a:defRPr>
            </a:lvl7pPr>
            <a:lvl8pPr marR="0" lvl="7" algn="l" rtl="0">
              <a:lnSpc>
                <a:spcPct val="100000"/>
              </a:lnSpc>
              <a:spcBef>
                <a:spcPts val="0"/>
              </a:spcBef>
              <a:spcAft>
                <a:spcPts val="0"/>
              </a:spcAft>
              <a:buClr>
                <a:srgbClr val="000000"/>
              </a:buClr>
              <a:buSzPts val="3200"/>
              <a:buFont typeface="IBM Plex Sans Condensed" panose="020B0506050203000203"/>
              <a:buNone/>
              <a:defRPr sz="3200" b="1" i="0" u="none" strike="noStrike" cap="none">
                <a:solidFill>
                  <a:srgbClr val="000000"/>
                </a:solidFill>
                <a:latin typeface="IBM Plex Sans Condensed" panose="020B0506050203000203"/>
                <a:ea typeface="IBM Plex Sans Condensed" panose="020B0506050203000203"/>
                <a:cs typeface="IBM Plex Sans Condensed" panose="020B0506050203000203"/>
                <a:sym typeface="IBM Plex Sans Condensed" panose="020B0506050203000203"/>
              </a:defRPr>
            </a:lvl8pPr>
            <a:lvl9pPr marR="0" lvl="8" algn="l" rtl="0">
              <a:lnSpc>
                <a:spcPct val="100000"/>
              </a:lnSpc>
              <a:spcBef>
                <a:spcPts val="0"/>
              </a:spcBef>
              <a:spcAft>
                <a:spcPts val="0"/>
              </a:spcAft>
              <a:buClr>
                <a:srgbClr val="000000"/>
              </a:buClr>
              <a:buSzPts val="3200"/>
              <a:buFont typeface="IBM Plex Sans Condensed" panose="020B0506050203000203"/>
              <a:buNone/>
              <a:defRPr sz="3200" b="1" i="0" u="none" strike="noStrike" cap="none">
                <a:solidFill>
                  <a:srgbClr val="000000"/>
                </a:solidFill>
                <a:latin typeface="IBM Plex Sans Condensed" panose="020B0506050203000203"/>
                <a:ea typeface="IBM Plex Sans Condensed" panose="020B0506050203000203"/>
                <a:cs typeface="IBM Plex Sans Condensed" panose="020B0506050203000203"/>
                <a:sym typeface="IBM Plex Sans Condensed" panose="020B0506050203000203"/>
              </a:defRPr>
            </a:lvl9pPr>
          </a:lstStyle>
          <a:p>
            <a:endParaRPr/>
          </a:p>
        </p:txBody>
      </p:sp>
      <p:sp>
        <p:nvSpPr>
          <p:cNvPr id="11" name="Google Shape;11;p3"/>
          <p:cNvSpPr txBox="1">
            <a:spLocks noGrp="1"/>
          </p:cNvSpPr>
          <p:nvPr>
            <p:ph type="body" idx="1"/>
          </p:nvPr>
        </p:nvSpPr>
        <p:spPr>
          <a:xfrm>
            <a:off x="415600" y="1356875"/>
            <a:ext cx="11360700" cy="4748400"/>
          </a:xfrm>
          <a:prstGeom prst="rect">
            <a:avLst/>
          </a:prstGeom>
          <a:noFill/>
          <a:ln>
            <a:noFill/>
          </a:ln>
        </p:spPr>
        <p:txBody>
          <a:bodyPr spcFirstLastPara="1" wrap="square" lIns="121900" tIns="121900" rIns="121900" bIns="121900" anchor="t" anchorCtr="0">
            <a:noAutofit/>
          </a:bodyPr>
          <a:lstStyle>
            <a:lvl1pPr marL="457200" marR="0" lvl="0" indent="-406400" algn="l" rtl="0">
              <a:lnSpc>
                <a:spcPct val="100000"/>
              </a:lnSpc>
              <a:spcBef>
                <a:spcPts val="0"/>
              </a:spcBef>
              <a:spcAft>
                <a:spcPts val="0"/>
              </a:spcAft>
              <a:buClr>
                <a:srgbClr val="000000"/>
              </a:buClr>
              <a:buSzPts val="2800"/>
              <a:buFont typeface="IBM Plex Sans Condensed" panose="020B0506050203000203"/>
              <a:buChar char="●"/>
              <a:defRPr sz="2800" b="0" i="0" u="none" strike="noStrike" cap="none">
                <a:solidFill>
                  <a:srgbClr val="000000"/>
                </a:solidFill>
                <a:latin typeface="IBM Plex Sans Condensed" panose="020B0506050203000203"/>
                <a:ea typeface="IBM Plex Sans Condensed" panose="020B0506050203000203"/>
                <a:cs typeface="IBM Plex Sans Condensed" panose="020B0506050203000203"/>
                <a:sym typeface="IBM Plex Sans Condensed" panose="020B0506050203000203"/>
              </a:defRPr>
            </a:lvl1pPr>
            <a:lvl2pPr marL="914400" marR="0" lvl="1" indent="-393700" algn="l" rtl="0">
              <a:lnSpc>
                <a:spcPct val="100000"/>
              </a:lnSpc>
              <a:spcBef>
                <a:spcPts val="800"/>
              </a:spcBef>
              <a:spcAft>
                <a:spcPts val="0"/>
              </a:spcAft>
              <a:buClr>
                <a:srgbClr val="000000"/>
              </a:buClr>
              <a:buSzPts val="2600"/>
              <a:buFont typeface="IBM Plex Sans Condensed" panose="020B0506050203000203"/>
              <a:buChar char="○"/>
              <a:defRPr sz="2600" b="0" i="0" u="none" strike="noStrike" cap="none">
                <a:solidFill>
                  <a:srgbClr val="000000"/>
                </a:solidFill>
                <a:latin typeface="IBM Plex Sans Condensed" panose="020B0506050203000203"/>
                <a:ea typeface="IBM Plex Sans Condensed" panose="020B0506050203000203"/>
                <a:cs typeface="IBM Plex Sans Condensed" panose="020B0506050203000203"/>
                <a:sym typeface="IBM Plex Sans Condensed" panose="020B0506050203000203"/>
              </a:defRPr>
            </a:lvl2pPr>
            <a:lvl3pPr marL="1371600" marR="0" lvl="2"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3pPr>
            <a:lvl4pPr marL="1828800" marR="0" lvl="3"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4pPr>
            <a:lvl5pPr marL="2286000" marR="0" lvl="4"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5pPr>
            <a:lvl6pPr marL="2743200" marR="0" lvl="5"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6pPr>
            <a:lvl7pPr marL="3200400" marR="0" lvl="6"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7pPr>
            <a:lvl8pPr marL="3657600" marR="0" lvl="7"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8pPr>
            <a:lvl9pPr marL="4114800" marR="0" lvl="8" indent="-381000" algn="l" rtl="0">
              <a:lnSpc>
                <a:spcPct val="100000"/>
              </a:lnSpc>
              <a:spcBef>
                <a:spcPts val="800"/>
              </a:spcBef>
              <a:spcAft>
                <a:spcPts val="80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9pPr>
          </a:lstStyle>
          <a:p>
            <a:endParaRPr/>
          </a:p>
        </p:txBody>
      </p:sp>
      <p:sp>
        <p:nvSpPr>
          <p:cNvPr id="12" name="Google Shape;12;p3"/>
          <p:cNvSpPr/>
          <p:nvPr/>
        </p:nvSpPr>
        <p:spPr>
          <a:xfrm>
            <a:off x="0" y="-9719"/>
            <a:ext cx="12192000" cy="261900"/>
          </a:xfrm>
          <a:prstGeom prst="rect">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IBM Plex Sans Condensed" panose="020B0506050203000203"/>
              <a:ea typeface="IBM Plex Sans Condensed" panose="020B0506050203000203"/>
              <a:cs typeface="IBM Plex Sans Condensed" panose="020B0506050203000203"/>
              <a:sym typeface="IBM Plex Sans Condensed" panose="020B0506050203000203"/>
            </a:endParaRPr>
          </a:p>
        </p:txBody>
      </p:sp>
      <p:sp>
        <p:nvSpPr>
          <p:cNvPr id="13" name="Google Shape;13;p3"/>
          <p:cNvSpPr/>
          <p:nvPr/>
        </p:nvSpPr>
        <p:spPr>
          <a:xfrm>
            <a:off x="0" y="6615550"/>
            <a:ext cx="12192000" cy="261900"/>
          </a:xfrm>
          <a:prstGeom prst="rect">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IBM Plex Sans Condensed" panose="020B0506050203000203"/>
              <a:ea typeface="IBM Plex Sans Condensed" panose="020B0506050203000203"/>
              <a:cs typeface="IBM Plex Sans Condensed" panose="020B0506050203000203"/>
              <a:sym typeface="IBM Plex Sans Condensed" panose="020B0506050203000203"/>
            </a:endParaRPr>
          </a:p>
        </p:txBody>
      </p:sp>
      <p:sp>
        <p:nvSpPr>
          <p:cNvPr id="14" name="Google Shape;14;p3"/>
          <p:cNvSpPr/>
          <p:nvPr/>
        </p:nvSpPr>
        <p:spPr>
          <a:xfrm>
            <a:off x="-50" y="6387300"/>
            <a:ext cx="12192000" cy="353400"/>
          </a:xfrm>
          <a:prstGeom prst="roundRect">
            <a:avLst>
              <a:gd name="adj" fmla="val 16667"/>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IBM Plex Sans Condensed" panose="020B0506050203000203"/>
              <a:ea typeface="IBM Plex Sans Condensed" panose="020B0506050203000203"/>
              <a:cs typeface="IBM Plex Sans Condensed" panose="020B0506050203000203"/>
              <a:sym typeface="IBM Plex Sans Condensed" panose="020B0506050203000203"/>
            </a:endParaRPr>
          </a:p>
        </p:txBody>
      </p:sp>
      <p:sp>
        <p:nvSpPr>
          <p:cNvPr id="15" name="Google Shape;15;p3"/>
          <p:cNvSpPr txBox="1"/>
          <p:nvPr/>
        </p:nvSpPr>
        <p:spPr>
          <a:xfrm rot="-462626">
            <a:off x="8825224" y="6371287"/>
            <a:ext cx="1824597" cy="43110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0" i="0" u="none" strike="noStrike" cap="none">
                <a:solidFill>
                  <a:srgbClr val="D2AE6C"/>
                </a:solidFill>
                <a:latin typeface="Yellowtail" panose="02000503000000000000"/>
                <a:ea typeface="Yellowtail" panose="02000503000000000000"/>
                <a:cs typeface="Yellowtail" panose="02000503000000000000"/>
                <a:sym typeface="Yellowtail" panose="02000503000000000000"/>
              </a:rPr>
              <a:t>Excellence &amp; Service</a:t>
            </a:r>
            <a:endParaRPr sz="1600" b="0" i="0" u="none" strike="noStrike" cap="none">
              <a:solidFill>
                <a:srgbClr val="D2AE6C"/>
              </a:solidFill>
              <a:latin typeface="Yellowtail" panose="02000503000000000000"/>
              <a:ea typeface="Yellowtail" panose="02000503000000000000"/>
              <a:cs typeface="Yellowtail" panose="02000503000000000000"/>
              <a:sym typeface="Yellowtail" panose="02000503000000000000"/>
            </a:endParaRPr>
          </a:p>
        </p:txBody>
      </p:sp>
      <p:sp>
        <p:nvSpPr>
          <p:cNvPr id="16" name="Google Shape;16;p3"/>
          <p:cNvSpPr txBox="1"/>
          <p:nvPr/>
        </p:nvSpPr>
        <p:spPr>
          <a:xfrm rot="1419">
            <a:off x="6067858" y="6448425"/>
            <a:ext cx="29064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CCCCCC"/>
                </a:solidFill>
                <a:latin typeface="Archivo Narrow"/>
                <a:ea typeface="Archivo Narrow"/>
                <a:cs typeface="Archivo Narrow"/>
                <a:sym typeface="Archivo Narrow"/>
              </a:rPr>
              <a:t>CHRIST (Deemed to be University)</a:t>
            </a:r>
            <a:endParaRPr sz="1400" b="0" i="0" u="none" strike="noStrike" cap="none">
              <a:solidFill>
                <a:srgbClr val="CCCCCC"/>
              </a:solidFill>
              <a:latin typeface="Archivo Narrow"/>
              <a:ea typeface="Archivo Narrow"/>
              <a:cs typeface="Archivo Narrow"/>
              <a:sym typeface="Archivo Narrow"/>
            </a:endParaRPr>
          </a:p>
        </p:txBody>
      </p:sp>
      <p:sp>
        <p:nvSpPr>
          <p:cNvPr id="17" name="Google Shape;17;p3"/>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a:t>
            </a:fld>
            <a:endParaRPr lang="en-GB"/>
          </a:p>
        </p:txBody>
      </p:sp>
      <p:pic>
        <p:nvPicPr>
          <p:cNvPr id="18" name="Google Shape;18;p3" title="CU logo crest Gold.png"/>
          <p:cNvPicPr preferRelativeResize="0"/>
          <p:nvPr/>
        </p:nvPicPr>
        <p:blipFill rotWithShape="1">
          <a:blip r:embed="rId14">
            <a:alphaModFix amt="3000"/>
          </a:blip>
          <a:srcRect/>
          <a:stretch>
            <a:fillRect/>
          </a:stretch>
        </p:blipFill>
        <p:spPr>
          <a:xfrm>
            <a:off x="8140250" y="2136400"/>
            <a:ext cx="3984660" cy="396887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9"/>
        <p:cNvGrpSpPr/>
        <p:nvPr/>
      </p:nvGrpSpPr>
      <p:grpSpPr>
        <a:xfrm>
          <a:off x="0" y="0"/>
          <a:ext cx="0" cy="0"/>
          <a:chOff x="0" y="0"/>
          <a:chExt cx="0" cy="0"/>
        </a:xfrm>
      </p:grpSpPr>
      <p:sp>
        <p:nvSpPr>
          <p:cNvPr id="80" name="Google Shape;80;p1"/>
          <p:cNvSpPr txBox="1"/>
          <p:nvPr/>
        </p:nvSpPr>
        <p:spPr>
          <a:xfrm>
            <a:off x="617550" y="2313225"/>
            <a:ext cx="5170800" cy="127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panose="020B0604020202020204"/>
              <a:buNone/>
            </a:pPr>
            <a:endParaRPr sz="2800" b="0" i="0" u="none" strike="noStrike" cap="none">
              <a:solidFill>
                <a:srgbClr val="000000"/>
              </a:solidFill>
              <a:latin typeface="IBM Plex Sans Condensed" panose="020B0506050203000203"/>
              <a:ea typeface="IBM Plex Sans Condensed" panose="020B0506050203000203"/>
              <a:cs typeface="IBM Plex Sans Condensed" panose="020B0506050203000203"/>
              <a:sym typeface="IBM Plex Sans Condensed" panose="020B0506050203000203"/>
            </a:endParaRPr>
          </a:p>
        </p:txBody>
      </p:sp>
      <p:sp>
        <p:nvSpPr>
          <p:cNvPr id="81" name="Google Shape;81;p1"/>
          <p:cNvSpPr txBox="1">
            <a:spLocks noGrp="1"/>
          </p:cNvSpPr>
          <p:nvPr>
            <p:ph type="ctrTitle"/>
          </p:nvPr>
        </p:nvSpPr>
        <p:spPr>
          <a:xfrm>
            <a:off x="336942" y="1640175"/>
            <a:ext cx="11360700" cy="2623200"/>
          </a:xfrm>
          <a:prstGeom prst="rect">
            <a:avLst/>
          </a:prstGeom>
          <a:noFill/>
          <a:ln>
            <a:noFill/>
          </a:ln>
        </p:spPr>
        <p:txBody>
          <a:bodyPr spcFirstLastPara="1" wrap="square" lIns="121900" tIns="121900" rIns="121900" bIns="121900" anchor="b" anchorCtr="0">
            <a:noAutofit/>
          </a:bodyPr>
          <a:lstStyle/>
          <a:p>
            <a:pPr marL="0" lvl="0" indent="0" algn="ctr" rtl="0">
              <a:lnSpc>
                <a:spcPct val="100000"/>
              </a:lnSpc>
              <a:spcBef>
                <a:spcPts val="0"/>
              </a:spcBef>
              <a:spcAft>
                <a:spcPts val="0"/>
              </a:spcAft>
              <a:buSzPts val="4800"/>
              <a:buNone/>
            </a:pPr>
            <a:br>
              <a:rPr lang="en-GB" sz="4700" dirty="0">
                <a:solidFill>
                  <a:schemeClr val="dk1"/>
                </a:solidFill>
                <a:latin typeface="Archivo Narrow"/>
                <a:ea typeface="Archivo Narrow"/>
                <a:cs typeface="Archivo Narrow"/>
                <a:sym typeface="Archivo Narrow"/>
              </a:rPr>
            </a:br>
            <a:br>
              <a:rPr lang="en-GB" sz="4700" dirty="0">
                <a:solidFill>
                  <a:schemeClr val="dk1"/>
                </a:solidFill>
                <a:latin typeface="Archivo Narrow"/>
                <a:ea typeface="Archivo Narrow"/>
                <a:cs typeface="Archivo Narrow"/>
                <a:sym typeface="Archivo Narrow"/>
              </a:rPr>
            </a:br>
            <a:br>
              <a:rPr lang="en-GB" sz="4700" dirty="0">
                <a:solidFill>
                  <a:schemeClr val="dk1"/>
                </a:solidFill>
                <a:latin typeface="Archivo Narrow"/>
                <a:ea typeface="Archivo Narrow"/>
                <a:cs typeface="Archivo Narrow"/>
                <a:sym typeface="Archivo Narrow"/>
              </a:rPr>
            </a:br>
            <a:r>
              <a:rPr lang="en-GB" sz="4700" dirty="0">
                <a:solidFill>
                  <a:schemeClr val="dk1"/>
                </a:solidFill>
                <a:latin typeface="Archivo Narrow"/>
                <a:ea typeface="Archivo Narrow"/>
                <a:cs typeface="Archivo Narrow"/>
                <a:sym typeface="Archivo Narrow"/>
              </a:rPr>
              <a:t>Internship Project -</a:t>
            </a:r>
            <a:r>
              <a:rPr lang="en-IN" altLang="en-GB" sz="4700" dirty="0">
                <a:solidFill>
                  <a:schemeClr val="dk1"/>
                </a:solidFill>
                <a:latin typeface="Archivo Narrow"/>
                <a:ea typeface="Archivo Narrow"/>
                <a:cs typeface="Archivo Narrow"/>
                <a:sym typeface="Archivo Narrow"/>
              </a:rPr>
              <a:t> Oral Cancer Detection</a:t>
            </a:r>
            <a:endParaRPr sz="4700" dirty="0">
              <a:solidFill>
                <a:schemeClr val="dk1"/>
              </a:solidFill>
              <a:latin typeface="Archivo Narrow"/>
              <a:ea typeface="Archivo Narrow"/>
              <a:cs typeface="Archivo Narrow"/>
              <a:sym typeface="Archivo Narrow"/>
            </a:endParaRPr>
          </a:p>
          <a:p>
            <a:pPr marL="0" lvl="0" indent="0" algn="ctr" rtl="0">
              <a:lnSpc>
                <a:spcPct val="100000"/>
              </a:lnSpc>
              <a:spcBef>
                <a:spcPts val="0"/>
              </a:spcBef>
              <a:spcAft>
                <a:spcPts val="0"/>
              </a:spcAft>
              <a:buClr>
                <a:schemeClr val="dk1"/>
              </a:buClr>
              <a:buSzPts val="4800"/>
              <a:buFont typeface="Arial" panose="020B0604020202020204"/>
              <a:buNone/>
            </a:pPr>
            <a:r>
              <a:rPr lang="en-GB" sz="4700" dirty="0">
                <a:solidFill>
                  <a:schemeClr val="dk1"/>
                </a:solidFill>
                <a:latin typeface="Archivo Narrow"/>
                <a:ea typeface="Archivo Narrow"/>
                <a:cs typeface="Archivo Narrow"/>
                <a:sym typeface="Archivo Narrow"/>
              </a:rPr>
              <a:t>C</a:t>
            </a:r>
            <a:r>
              <a:rPr lang="en-IN" altLang="en-GB" sz="4700" dirty="0" err="1">
                <a:solidFill>
                  <a:schemeClr val="dk1"/>
                </a:solidFill>
                <a:latin typeface="Archivo Narrow"/>
                <a:ea typeface="Archivo Narrow"/>
                <a:cs typeface="Archivo Narrow"/>
                <a:sym typeface="Archivo Narrow"/>
              </a:rPr>
              <a:t>hrist</a:t>
            </a:r>
            <a:r>
              <a:rPr lang="en-IN" altLang="en-GB" sz="4700" dirty="0">
                <a:solidFill>
                  <a:schemeClr val="dk1"/>
                </a:solidFill>
                <a:latin typeface="Archivo Narrow"/>
                <a:ea typeface="Archivo Narrow"/>
                <a:cs typeface="Archivo Narrow"/>
                <a:sym typeface="Archivo Narrow"/>
              </a:rPr>
              <a:t> University – Demo II</a:t>
            </a:r>
            <a:endParaRPr sz="4700" dirty="0">
              <a:solidFill>
                <a:schemeClr val="dk1"/>
              </a:solidFill>
              <a:latin typeface="Archivo Narrow"/>
              <a:ea typeface="Archivo Narrow"/>
              <a:cs typeface="Archivo Narrow"/>
              <a:sym typeface="Archivo Narrow"/>
            </a:endParaRPr>
          </a:p>
          <a:p>
            <a:pPr marL="0" lvl="0" indent="0" algn="ctr" rtl="0">
              <a:lnSpc>
                <a:spcPct val="100000"/>
              </a:lnSpc>
              <a:spcBef>
                <a:spcPts val="0"/>
              </a:spcBef>
              <a:spcAft>
                <a:spcPts val="0"/>
              </a:spcAft>
              <a:buSzPts val="4800"/>
              <a:buNone/>
            </a:pPr>
            <a:endParaRPr sz="4700" dirty="0">
              <a:solidFill>
                <a:schemeClr val="dk1"/>
              </a:solidFill>
              <a:latin typeface="Archivo Narrow"/>
              <a:ea typeface="Archivo Narrow"/>
              <a:cs typeface="Archivo Narrow"/>
              <a:sym typeface="Archivo Narrow"/>
            </a:endParaRPr>
          </a:p>
        </p:txBody>
      </p:sp>
      <p:sp>
        <p:nvSpPr>
          <p:cNvPr id="82" name="Google Shape;82;p1"/>
          <p:cNvSpPr txBox="1">
            <a:spLocks noGrp="1"/>
          </p:cNvSpPr>
          <p:nvPr>
            <p:ph type="subTitle" idx="1"/>
          </p:nvPr>
        </p:nvSpPr>
        <p:spPr>
          <a:xfrm>
            <a:off x="415600" y="3778819"/>
            <a:ext cx="11360700" cy="1842900"/>
          </a:xfrm>
          <a:prstGeom prst="rect">
            <a:avLst/>
          </a:prstGeom>
          <a:noFill/>
          <a:ln>
            <a:noFill/>
          </a:ln>
        </p:spPr>
        <p:txBody>
          <a:bodyPr spcFirstLastPara="1" wrap="square" lIns="121900" tIns="121900" rIns="121900" bIns="121900" anchor="t" anchorCtr="0">
            <a:noAutofit/>
          </a:bodyPr>
          <a:lstStyle/>
          <a:p>
            <a:pPr marL="0" lvl="0" indent="0" algn="l">
              <a:buClr>
                <a:schemeClr val="dk1"/>
              </a:buClr>
              <a:buSzPts val="1100"/>
            </a:pPr>
            <a:r>
              <a:rPr lang="en-US" sz="1800" dirty="0">
                <a:solidFill>
                  <a:schemeClr val="dk1"/>
                </a:solidFill>
              </a:rPr>
              <a:t>Student Name</a:t>
            </a:r>
            <a:r>
              <a:rPr lang="en-US" altLang="en-GB" sz="1800" dirty="0">
                <a:solidFill>
                  <a:schemeClr val="dk1"/>
                </a:solidFill>
              </a:rPr>
              <a:t>: Yashas R. Shetty </a:t>
            </a:r>
            <a:endParaRPr lang="en-US" sz="1800" dirty="0">
              <a:solidFill>
                <a:schemeClr val="dk1"/>
              </a:solidFill>
            </a:endParaRPr>
          </a:p>
          <a:p>
            <a:pPr marL="0" lvl="0" indent="0" algn="l">
              <a:buClr>
                <a:schemeClr val="dk1"/>
              </a:buClr>
              <a:buSzPts val="1100"/>
            </a:pPr>
            <a:r>
              <a:rPr lang="en-US" sz="1800">
                <a:solidFill>
                  <a:schemeClr val="dk1"/>
                </a:solidFill>
              </a:rPr>
              <a:t>Register Number</a:t>
            </a:r>
            <a:r>
              <a:rPr lang="en-US" altLang="en-GB" sz="1800">
                <a:solidFill>
                  <a:schemeClr val="dk1"/>
                </a:solidFill>
              </a:rPr>
              <a:t>: 2340263</a:t>
            </a:r>
            <a:endParaRPr lang="en-US" sz="1800">
              <a:solidFill>
                <a:schemeClr val="dk1"/>
              </a:solidFill>
            </a:endParaRPr>
          </a:p>
          <a:p>
            <a:pPr marL="0" lvl="0" indent="0" algn="l" rtl="0">
              <a:lnSpc>
                <a:spcPct val="100000"/>
              </a:lnSpc>
              <a:spcBef>
                <a:spcPts val="0"/>
              </a:spcBef>
              <a:spcAft>
                <a:spcPts val="0"/>
              </a:spcAft>
              <a:buClr>
                <a:schemeClr val="dk1"/>
              </a:buClr>
              <a:buSzPts val="1100"/>
              <a:buFont typeface="Arial" panose="020B0604020202020204"/>
              <a:buNone/>
            </a:pPr>
            <a:endParaRPr lang="en-GB" sz="1800" dirty="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g3bd8400773b_0_19"/>
          <p:cNvSpPr txBox="1">
            <a:spLocks noGrp="1"/>
          </p:cNvSpPr>
          <p:nvPr>
            <p:ph type="title"/>
          </p:nvPr>
        </p:nvSpPr>
        <p:spPr>
          <a:xfrm>
            <a:off x="415600" y="491767"/>
            <a:ext cx="11360700" cy="763500"/>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SzPts val="3200"/>
              <a:buFont typeface="IBM Plex Sans Condensed" panose="020B0506050203000203"/>
              <a:buNone/>
            </a:pPr>
            <a:r>
              <a:rPr lang="en-GB" dirty="0"/>
              <a:t>Project / Task Understanding</a:t>
            </a:r>
          </a:p>
        </p:txBody>
      </p:sp>
      <p:sp>
        <p:nvSpPr>
          <p:cNvPr id="110" name="Google Shape;110;g3bd8400773b_0_19"/>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GB"/>
              <a:t>2</a:t>
            </a:fld>
            <a:endParaRPr lang="en-GB"/>
          </a:p>
        </p:txBody>
      </p:sp>
      <p:sp>
        <p:nvSpPr>
          <p:cNvPr id="111" name="Google Shape;111;g3bd8400773b_0_19"/>
          <p:cNvSpPr txBox="1">
            <a:spLocks noGrp="1"/>
          </p:cNvSpPr>
          <p:nvPr>
            <p:ph type="body" idx="1"/>
          </p:nvPr>
        </p:nvSpPr>
        <p:spPr>
          <a:xfrm>
            <a:off x="415600" y="1419388"/>
            <a:ext cx="11360700" cy="4672200"/>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GB" b="1" dirty="0"/>
              <a:t>Project title</a:t>
            </a:r>
            <a:r>
              <a:rPr lang="en-IN" altLang="en-GB" dirty="0"/>
              <a:t>: Oral Cancer Detection</a:t>
            </a:r>
            <a:br>
              <a:rPr lang="en-GB" dirty="0"/>
            </a:br>
            <a:endParaRPr lang="en-GB" dirty="0"/>
          </a:p>
          <a:p>
            <a:pPr marL="0" lvl="0" indent="0" algn="l" rtl="0">
              <a:lnSpc>
                <a:spcPct val="100000"/>
              </a:lnSpc>
              <a:spcBef>
                <a:spcPts val="0"/>
              </a:spcBef>
              <a:spcAft>
                <a:spcPts val="0"/>
              </a:spcAft>
              <a:buClr>
                <a:schemeClr val="dk1"/>
              </a:buClr>
              <a:buSzPts val="1100"/>
              <a:buFont typeface="Arial" panose="020B0604020202020204"/>
              <a:buNone/>
            </a:pPr>
            <a:r>
              <a:rPr lang="en-GB" b="1" dirty="0"/>
              <a:t>Objective of the project</a:t>
            </a:r>
            <a:r>
              <a:rPr lang="en-IN" altLang="en-GB" dirty="0"/>
              <a:t>: </a:t>
            </a:r>
            <a:r>
              <a:rPr lang="en-US" altLang="en-US" dirty="0"/>
              <a:t>Develop a mobile application that any individual can use to perform a preliminary self assessment pertaining to oral cancer.</a:t>
            </a:r>
            <a:br>
              <a:rPr lang="en-GB" dirty="0"/>
            </a:br>
            <a:endParaRPr lang="en-GB" dirty="0"/>
          </a:p>
          <a:p>
            <a:pPr marL="0" lvl="0" indent="0" algn="l" rtl="0">
              <a:lnSpc>
                <a:spcPct val="100000"/>
              </a:lnSpc>
              <a:spcBef>
                <a:spcPts val="0"/>
              </a:spcBef>
              <a:spcAft>
                <a:spcPts val="0"/>
              </a:spcAft>
              <a:buClr>
                <a:schemeClr val="dk1"/>
              </a:buClr>
              <a:buSzPts val="1100"/>
              <a:buFont typeface="Arial" panose="020B0604020202020204"/>
              <a:buNone/>
            </a:pPr>
            <a:r>
              <a:rPr lang="en-GB" b="1" dirty="0"/>
              <a:t>Expected outcome</a:t>
            </a:r>
            <a:r>
              <a:rPr lang="en-IN" altLang="en-GB" dirty="0"/>
              <a:t>: </a:t>
            </a:r>
            <a:r>
              <a:rPr lang="en-US" altLang="en-US" dirty="0"/>
              <a:t>A mobile application with an image processing network to detect oral cancer. A short survey to enumerate the exposed risk to oral cancer. A final quantifier providing a weighted score.</a:t>
            </a:r>
            <a:br>
              <a:rPr lang="en-GB" dirty="0"/>
            </a:br>
            <a:endParaRPr lang="en-GB" dirty="0"/>
          </a:p>
          <a:p>
            <a:pPr marL="0" lvl="0" indent="0" algn="l" rtl="0">
              <a:lnSpc>
                <a:spcPct val="100000"/>
              </a:lnSpc>
              <a:spcBef>
                <a:spcPts val="0"/>
              </a:spcBef>
              <a:spcAft>
                <a:spcPts val="0"/>
              </a:spcAft>
              <a:buSzPts val="2800"/>
              <a:buNone/>
            </a:pPr>
            <a:endParaRPr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8618C-2377-FA01-4C1B-A13B9AF5D266}"/>
              </a:ext>
            </a:extLst>
          </p:cNvPr>
          <p:cNvSpPr>
            <a:spLocks noGrp="1"/>
          </p:cNvSpPr>
          <p:nvPr>
            <p:ph type="title"/>
          </p:nvPr>
        </p:nvSpPr>
        <p:spPr/>
        <p:txBody>
          <a:bodyPr/>
          <a:lstStyle/>
          <a:p>
            <a:r>
              <a:rPr lang="en-IN" dirty="0"/>
              <a:t>Summary of Work Completed</a:t>
            </a:r>
          </a:p>
        </p:txBody>
      </p:sp>
      <p:sp>
        <p:nvSpPr>
          <p:cNvPr id="3" name="Text Placeholder 2">
            <a:extLst>
              <a:ext uri="{FF2B5EF4-FFF2-40B4-BE49-F238E27FC236}">
                <a16:creationId xmlns:a16="http://schemas.microsoft.com/office/drawing/2014/main" id="{C0532CDD-4775-CE88-325B-64F3231673FB}"/>
              </a:ext>
            </a:extLst>
          </p:cNvPr>
          <p:cNvSpPr>
            <a:spLocks noGrp="1"/>
          </p:cNvSpPr>
          <p:nvPr>
            <p:ph type="body" idx="1"/>
          </p:nvPr>
        </p:nvSpPr>
        <p:spPr/>
        <p:txBody>
          <a:bodyPr/>
          <a:lstStyle/>
          <a:p>
            <a:r>
              <a:rPr lang="en-US" dirty="0"/>
              <a:t>Conducted extensive literature review on digital health tools and AI-based approaches for oral cancer detection. </a:t>
            </a:r>
          </a:p>
          <a:p>
            <a:r>
              <a:rPr lang="en-US" dirty="0"/>
              <a:t>Completed survey paper on analyzed existing oral cancer screening and diagnostic mobile applications in the global market. </a:t>
            </a:r>
          </a:p>
          <a:p>
            <a:r>
              <a:rPr lang="en-US" dirty="0"/>
              <a:t>Studied Content-Based Image Retrieval (CBIR) approaches for medical image analysis (Literature Review)</a:t>
            </a:r>
          </a:p>
          <a:p>
            <a:r>
              <a:rPr lang="en-US" dirty="0"/>
              <a:t>Designed the overall system architecture for oral cancer risk assessment combining </a:t>
            </a:r>
            <a:r>
              <a:rPr lang="en-IN" dirty="0"/>
              <a:t>Risk questionnaire module, Image-based lesion analysis and Self-examination educational guide for both web and android.</a:t>
            </a:r>
          </a:p>
          <a:p>
            <a:pPr marL="50800" indent="0">
              <a:buNone/>
            </a:pPr>
            <a:endParaRPr lang="en-IN" dirty="0"/>
          </a:p>
        </p:txBody>
      </p:sp>
      <p:sp>
        <p:nvSpPr>
          <p:cNvPr id="4" name="Slide Number Placeholder 3">
            <a:extLst>
              <a:ext uri="{FF2B5EF4-FFF2-40B4-BE49-F238E27FC236}">
                <a16:creationId xmlns:a16="http://schemas.microsoft.com/office/drawing/2014/main" id="{133209A7-64EA-D525-1EE0-A16667B8A33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a:t>
            </a:fld>
            <a:endParaRPr lang="en-GB"/>
          </a:p>
        </p:txBody>
      </p:sp>
    </p:spTree>
    <p:extLst>
      <p:ext uri="{BB962C8B-B14F-4D97-AF65-F5344CB8AC3E}">
        <p14:creationId xmlns:p14="http://schemas.microsoft.com/office/powerpoint/2010/main" val="2907924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C7EAB-8C37-B580-13A5-B5717D87AF20}"/>
              </a:ext>
            </a:extLst>
          </p:cNvPr>
          <p:cNvSpPr>
            <a:spLocks noGrp="1"/>
          </p:cNvSpPr>
          <p:nvPr>
            <p:ph type="title"/>
          </p:nvPr>
        </p:nvSpPr>
        <p:spPr/>
        <p:txBody>
          <a:bodyPr/>
          <a:lstStyle/>
          <a:p>
            <a:r>
              <a:rPr lang="en-IN" dirty="0"/>
              <a:t>Development</a:t>
            </a:r>
          </a:p>
        </p:txBody>
      </p:sp>
      <p:sp>
        <p:nvSpPr>
          <p:cNvPr id="3" name="Text Placeholder 2">
            <a:extLst>
              <a:ext uri="{FF2B5EF4-FFF2-40B4-BE49-F238E27FC236}">
                <a16:creationId xmlns:a16="http://schemas.microsoft.com/office/drawing/2014/main" id="{4E0AADB6-B75D-CF86-374B-4DEC9DA4DBDF}"/>
              </a:ext>
            </a:extLst>
          </p:cNvPr>
          <p:cNvSpPr>
            <a:spLocks noGrp="1"/>
          </p:cNvSpPr>
          <p:nvPr>
            <p:ph type="body" idx="1"/>
          </p:nvPr>
        </p:nvSpPr>
        <p:spPr/>
        <p:txBody>
          <a:bodyPr/>
          <a:lstStyle/>
          <a:p>
            <a:r>
              <a:rPr lang="en-US" dirty="0"/>
              <a:t>Developed Web Application with complete model pipeline for image-based analysis using CBIR techniques. </a:t>
            </a:r>
          </a:p>
          <a:p>
            <a:r>
              <a:rPr lang="en-US" dirty="0"/>
              <a:t>Implemented image similarity matching system for oral lesion comparison.</a:t>
            </a:r>
          </a:p>
          <a:p>
            <a:r>
              <a:rPr lang="en-US" dirty="0"/>
              <a:t>Built a mobile application using the Flutter framework, replicating the same analysis pipeline and ensuring compatibility with Android devices.</a:t>
            </a:r>
          </a:p>
          <a:p>
            <a:r>
              <a:rPr lang="en-US" dirty="0"/>
              <a:t>Optimized the mobile application to reduce application size and improve performance. </a:t>
            </a:r>
          </a:p>
          <a:p>
            <a:endParaRPr lang="en-IN" dirty="0"/>
          </a:p>
        </p:txBody>
      </p:sp>
      <p:sp>
        <p:nvSpPr>
          <p:cNvPr id="4" name="Slide Number Placeholder 3">
            <a:extLst>
              <a:ext uri="{FF2B5EF4-FFF2-40B4-BE49-F238E27FC236}">
                <a16:creationId xmlns:a16="http://schemas.microsoft.com/office/drawing/2014/main" id="{59EBE51E-47D7-E3DE-C14B-586279E7E9E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a:t>
            </a:fld>
            <a:endParaRPr lang="en-GB"/>
          </a:p>
        </p:txBody>
      </p:sp>
    </p:spTree>
    <p:extLst>
      <p:ext uri="{BB962C8B-B14F-4D97-AF65-F5344CB8AC3E}">
        <p14:creationId xmlns:p14="http://schemas.microsoft.com/office/powerpoint/2010/main" val="3686212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C67F2-C035-CDCF-3398-F9EFC620A5CB}"/>
              </a:ext>
            </a:extLst>
          </p:cNvPr>
          <p:cNvSpPr>
            <a:spLocks noGrp="1"/>
          </p:cNvSpPr>
          <p:nvPr>
            <p:ph type="title"/>
          </p:nvPr>
        </p:nvSpPr>
        <p:spPr/>
        <p:txBody>
          <a:bodyPr/>
          <a:lstStyle/>
          <a:p>
            <a:r>
              <a:rPr lang="en-IN" dirty="0"/>
              <a:t>Modules in the Application</a:t>
            </a:r>
          </a:p>
        </p:txBody>
      </p:sp>
      <p:sp>
        <p:nvSpPr>
          <p:cNvPr id="3" name="Text Placeholder 2">
            <a:extLst>
              <a:ext uri="{FF2B5EF4-FFF2-40B4-BE49-F238E27FC236}">
                <a16:creationId xmlns:a16="http://schemas.microsoft.com/office/drawing/2014/main" id="{94C455C3-F38C-7FF4-3123-0CAC5BFC24A2}"/>
              </a:ext>
            </a:extLst>
          </p:cNvPr>
          <p:cNvSpPr>
            <a:spLocks noGrp="1"/>
          </p:cNvSpPr>
          <p:nvPr>
            <p:ph type="body" idx="1"/>
          </p:nvPr>
        </p:nvSpPr>
        <p:spPr/>
        <p:txBody>
          <a:bodyPr/>
          <a:lstStyle/>
          <a:p>
            <a:r>
              <a:rPr lang="en-IN" b="1" dirty="0"/>
              <a:t>Image Matcher</a:t>
            </a:r>
            <a:r>
              <a:rPr lang="en-IN" dirty="0"/>
              <a:t> for lesion image comparison</a:t>
            </a:r>
          </a:p>
          <a:p>
            <a:r>
              <a:rPr lang="en-IN" b="1" dirty="0"/>
              <a:t>Questionnaire-based risk Screener</a:t>
            </a:r>
            <a:r>
              <a:rPr lang="en-IN" dirty="0"/>
              <a:t> </a:t>
            </a:r>
            <a:r>
              <a:rPr lang="en-US" dirty="0"/>
              <a:t>for preliminary oral cancer risk assessment</a:t>
            </a:r>
          </a:p>
          <a:p>
            <a:r>
              <a:rPr lang="en-US" b="1" dirty="0"/>
              <a:t>Self-Examination Guide</a:t>
            </a:r>
            <a:r>
              <a:rPr lang="en-US" dirty="0"/>
              <a:t> with step-by-step instructions for oral self-screening</a:t>
            </a:r>
          </a:p>
          <a:p>
            <a:endParaRPr lang="en-IN" dirty="0"/>
          </a:p>
        </p:txBody>
      </p:sp>
      <p:sp>
        <p:nvSpPr>
          <p:cNvPr id="4" name="Slide Number Placeholder 3">
            <a:extLst>
              <a:ext uri="{FF2B5EF4-FFF2-40B4-BE49-F238E27FC236}">
                <a16:creationId xmlns:a16="http://schemas.microsoft.com/office/drawing/2014/main" id="{2EDC53FD-620D-2DDF-C441-DEB3D5C6482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5</a:t>
            </a:fld>
            <a:endParaRPr lang="en-GB"/>
          </a:p>
        </p:txBody>
      </p:sp>
    </p:spTree>
    <p:extLst>
      <p:ext uri="{BB962C8B-B14F-4D97-AF65-F5344CB8AC3E}">
        <p14:creationId xmlns:p14="http://schemas.microsoft.com/office/powerpoint/2010/main" val="1049347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ED449C-6E58-8E00-14E9-673E5278879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6</a:t>
            </a:fld>
            <a:endParaRPr lang="en-GB"/>
          </a:p>
        </p:txBody>
      </p:sp>
      <p:graphicFrame>
        <p:nvGraphicFramePr>
          <p:cNvPr id="3" name="Table 2">
            <a:extLst>
              <a:ext uri="{FF2B5EF4-FFF2-40B4-BE49-F238E27FC236}">
                <a16:creationId xmlns:a16="http://schemas.microsoft.com/office/drawing/2014/main" id="{3F10695E-9CA6-0114-A2CC-C7BD44B7D6C9}"/>
              </a:ext>
            </a:extLst>
          </p:cNvPr>
          <p:cNvGraphicFramePr>
            <a:graphicFrameLocks noGrp="1"/>
          </p:cNvGraphicFramePr>
          <p:nvPr>
            <p:extLst>
              <p:ext uri="{D42A27DB-BD31-4B8C-83A1-F6EECF244321}">
                <p14:modId xmlns:p14="http://schemas.microsoft.com/office/powerpoint/2010/main" val="4091436031"/>
              </p:ext>
            </p:extLst>
          </p:nvPr>
        </p:nvGraphicFramePr>
        <p:xfrm>
          <a:off x="403123" y="501444"/>
          <a:ext cx="11372952" cy="5073445"/>
        </p:xfrm>
        <a:graphic>
          <a:graphicData uri="http://schemas.openxmlformats.org/drawingml/2006/table">
            <a:tbl>
              <a:tblPr>
                <a:tableStyleId>{775DCB02-9BB8-47FD-8907-85C794F793BA}</a:tableStyleId>
              </a:tblPr>
              <a:tblGrid>
                <a:gridCol w="5692877">
                  <a:extLst>
                    <a:ext uri="{9D8B030D-6E8A-4147-A177-3AD203B41FA5}">
                      <a16:colId xmlns:a16="http://schemas.microsoft.com/office/drawing/2014/main" val="1446825820"/>
                    </a:ext>
                  </a:extLst>
                </a:gridCol>
                <a:gridCol w="5680075">
                  <a:extLst>
                    <a:ext uri="{9D8B030D-6E8A-4147-A177-3AD203B41FA5}">
                      <a16:colId xmlns:a16="http://schemas.microsoft.com/office/drawing/2014/main" val="255842824"/>
                    </a:ext>
                  </a:extLst>
                </a:gridCol>
              </a:tblGrid>
              <a:tr h="603981">
                <a:tc>
                  <a:txBody>
                    <a:bodyPr/>
                    <a:lstStyle/>
                    <a:p>
                      <a:pPr algn="ctr">
                        <a:buNone/>
                      </a:pPr>
                      <a:r>
                        <a:rPr lang="en-US" sz="1600" b="1" dirty="0"/>
                        <a:t>Proposed Outcomes (Seed Money Proposal)</a:t>
                      </a:r>
                      <a:endParaRPr lang="en-US" sz="1600" dirty="0"/>
                    </a:p>
                  </a:txBody>
                  <a:tcPr anchor="ctr"/>
                </a:tc>
                <a:tc>
                  <a:txBody>
                    <a:bodyPr/>
                    <a:lstStyle/>
                    <a:p>
                      <a:pPr algn="ctr">
                        <a:buNone/>
                      </a:pPr>
                      <a:r>
                        <a:rPr lang="en-IN" sz="1800" b="1" dirty="0"/>
                        <a:t>Current Achievements</a:t>
                      </a:r>
                      <a:endParaRPr lang="en-IN" sz="1800" dirty="0"/>
                    </a:p>
                  </a:txBody>
                  <a:tcPr anchor="ctr"/>
                </a:tc>
                <a:extLst>
                  <a:ext uri="{0D108BD9-81ED-4DB2-BD59-A6C34878D82A}">
                    <a16:rowId xmlns:a16="http://schemas.microsoft.com/office/drawing/2014/main" val="125589123"/>
                  </a:ext>
                </a:extLst>
              </a:tr>
              <a:tr h="1026770">
                <a:tc>
                  <a:txBody>
                    <a:bodyPr/>
                    <a:lstStyle/>
                    <a:p>
                      <a:pPr>
                        <a:buNone/>
                      </a:pPr>
                      <a:r>
                        <a:rPr lang="en-US" sz="1600" dirty="0"/>
                        <a:t>Development of AI-powered mobile app for oral cancer risk assessment</a:t>
                      </a:r>
                    </a:p>
                  </a:txBody>
                  <a:tcPr anchor="ctr"/>
                </a:tc>
                <a:tc>
                  <a:txBody>
                    <a:bodyPr/>
                    <a:lstStyle/>
                    <a:p>
                      <a:pPr>
                        <a:buNone/>
                      </a:pPr>
                      <a:r>
                        <a:rPr lang="en-US" sz="1600" dirty="0"/>
                        <a:t>Functional web platform and Flutter mobile app prototype developed</a:t>
                      </a:r>
                    </a:p>
                  </a:txBody>
                  <a:tcPr anchor="ctr"/>
                </a:tc>
                <a:extLst>
                  <a:ext uri="{0D108BD9-81ED-4DB2-BD59-A6C34878D82A}">
                    <a16:rowId xmlns:a16="http://schemas.microsoft.com/office/drawing/2014/main" val="2348220763"/>
                  </a:ext>
                </a:extLst>
              </a:tr>
              <a:tr h="603981">
                <a:tc>
                  <a:txBody>
                    <a:bodyPr/>
                    <a:lstStyle/>
                    <a:p>
                      <a:pPr>
                        <a:buNone/>
                      </a:pPr>
                      <a:r>
                        <a:rPr lang="en-US" sz="1600" dirty="0"/>
                        <a:t>Image-based analysis for oral lesion detection</a:t>
                      </a:r>
                    </a:p>
                  </a:txBody>
                  <a:tcPr anchor="ctr"/>
                </a:tc>
                <a:tc>
                  <a:txBody>
                    <a:bodyPr/>
                    <a:lstStyle/>
                    <a:p>
                      <a:pPr>
                        <a:buNone/>
                      </a:pPr>
                      <a:r>
                        <a:rPr lang="en-US" sz="1600"/>
                        <a:t>CBIR-based image similarity model pipeline designed</a:t>
                      </a:r>
                    </a:p>
                  </a:txBody>
                  <a:tcPr anchor="ctr"/>
                </a:tc>
                <a:extLst>
                  <a:ext uri="{0D108BD9-81ED-4DB2-BD59-A6C34878D82A}">
                    <a16:rowId xmlns:a16="http://schemas.microsoft.com/office/drawing/2014/main" val="2676140692"/>
                  </a:ext>
                </a:extLst>
              </a:tr>
              <a:tr h="603981">
                <a:tc>
                  <a:txBody>
                    <a:bodyPr/>
                    <a:lstStyle/>
                    <a:p>
                      <a:pPr>
                        <a:buNone/>
                      </a:pPr>
                      <a:r>
                        <a:rPr lang="en-IN" sz="1600" dirty="0"/>
                        <a:t>Risk assessment based on questionnaire data</a:t>
                      </a:r>
                    </a:p>
                  </a:txBody>
                  <a:tcPr anchor="ctr"/>
                </a:tc>
                <a:tc>
                  <a:txBody>
                    <a:bodyPr/>
                    <a:lstStyle/>
                    <a:p>
                      <a:pPr>
                        <a:buNone/>
                      </a:pPr>
                      <a:r>
                        <a:rPr lang="en-US" sz="1600" dirty="0"/>
                        <a:t>Risk screening questionnaire implemented in the application</a:t>
                      </a:r>
                    </a:p>
                  </a:txBody>
                  <a:tcPr anchor="ctr"/>
                </a:tc>
                <a:extLst>
                  <a:ext uri="{0D108BD9-81ED-4DB2-BD59-A6C34878D82A}">
                    <a16:rowId xmlns:a16="http://schemas.microsoft.com/office/drawing/2014/main" val="997042461"/>
                  </a:ext>
                </a:extLst>
              </a:tr>
              <a:tr h="603981">
                <a:tc>
                  <a:txBody>
                    <a:bodyPr/>
                    <a:lstStyle/>
                    <a:p>
                      <a:pPr>
                        <a:buNone/>
                      </a:pPr>
                      <a:r>
                        <a:rPr lang="en-US" sz="1600" dirty="0"/>
                        <a:t>Awareness and education module for self-screening</a:t>
                      </a:r>
                    </a:p>
                  </a:txBody>
                  <a:tcPr anchor="ctr"/>
                </a:tc>
                <a:tc>
                  <a:txBody>
                    <a:bodyPr/>
                    <a:lstStyle/>
                    <a:p>
                      <a:pPr>
                        <a:buNone/>
                      </a:pPr>
                      <a:r>
                        <a:rPr lang="en-US" sz="1600" dirty="0"/>
                        <a:t>Self-examination guide integrated into the application</a:t>
                      </a:r>
                    </a:p>
                  </a:txBody>
                  <a:tcPr anchor="ctr"/>
                </a:tc>
                <a:extLst>
                  <a:ext uri="{0D108BD9-81ED-4DB2-BD59-A6C34878D82A}">
                    <a16:rowId xmlns:a16="http://schemas.microsoft.com/office/drawing/2014/main" val="821937015"/>
                  </a:ext>
                </a:extLst>
              </a:tr>
              <a:tr h="1026770">
                <a:tc>
                  <a:txBody>
                    <a:bodyPr/>
                    <a:lstStyle/>
                    <a:p>
                      <a:pPr>
                        <a:buNone/>
                      </a:pPr>
                      <a:r>
                        <a:rPr lang="en-IN" sz="1600" dirty="0"/>
                        <a:t>Scholarly publications</a:t>
                      </a:r>
                    </a:p>
                  </a:txBody>
                  <a:tcPr anchor="ctr"/>
                </a:tc>
                <a:tc>
                  <a:txBody>
                    <a:bodyPr/>
                    <a:lstStyle/>
                    <a:p>
                      <a:pPr>
                        <a:buNone/>
                      </a:pPr>
                      <a:r>
                        <a:rPr lang="en-US" sz="1600" dirty="0"/>
                        <a:t>CBIR literature survey completed, implementation research paper currently being written</a:t>
                      </a:r>
                    </a:p>
                  </a:txBody>
                  <a:tcPr anchor="ctr"/>
                </a:tc>
                <a:extLst>
                  <a:ext uri="{0D108BD9-81ED-4DB2-BD59-A6C34878D82A}">
                    <a16:rowId xmlns:a16="http://schemas.microsoft.com/office/drawing/2014/main" val="887603970"/>
                  </a:ext>
                </a:extLst>
              </a:tr>
              <a:tr h="603981">
                <a:tc>
                  <a:txBody>
                    <a:bodyPr/>
                    <a:lstStyle/>
                    <a:p>
                      <a:pPr>
                        <a:buNone/>
                      </a:pPr>
                      <a:r>
                        <a:rPr lang="en-IN" sz="1600"/>
                        <a:t>Prototype ready for validation</a:t>
                      </a:r>
                    </a:p>
                  </a:txBody>
                  <a:tcPr anchor="ctr"/>
                </a:tc>
                <a:tc>
                  <a:txBody>
                    <a:bodyPr/>
                    <a:lstStyle/>
                    <a:p>
                      <a:pPr>
                        <a:buNone/>
                      </a:pPr>
                      <a:r>
                        <a:rPr lang="en-US" sz="1600" dirty="0"/>
                        <a:t>Working system ready for dataset integration and testing</a:t>
                      </a:r>
                    </a:p>
                  </a:txBody>
                  <a:tcPr anchor="ctr"/>
                </a:tc>
                <a:extLst>
                  <a:ext uri="{0D108BD9-81ED-4DB2-BD59-A6C34878D82A}">
                    <a16:rowId xmlns:a16="http://schemas.microsoft.com/office/drawing/2014/main" val="1043550022"/>
                  </a:ext>
                </a:extLst>
              </a:tr>
            </a:tbl>
          </a:graphicData>
        </a:graphic>
      </p:graphicFrame>
    </p:spTree>
    <p:extLst>
      <p:ext uri="{BB962C8B-B14F-4D97-AF65-F5344CB8AC3E}">
        <p14:creationId xmlns:p14="http://schemas.microsoft.com/office/powerpoint/2010/main" val="3069096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Screenshots of the Web Application</a:t>
            </a:r>
            <a:r>
              <a:rPr lang="en-US" altLang="en-IN" dirty="0"/>
              <a:t> </a:t>
            </a:r>
          </a:p>
        </p:txBody>
      </p:sp>
      <p:sp>
        <p:nvSpPr>
          <p:cNvPr id="3" name="Text Placeholder 2"/>
          <p:cNvSpPr>
            <a:spLocks noGrp="1"/>
          </p:cNvSpPr>
          <p:nvPr>
            <p:ph type="body" idx="1"/>
          </p:nvPr>
        </p:nvSpPr>
        <p:spPr/>
        <p:txBody>
          <a:bodyPr/>
          <a:lstStyle/>
          <a:p>
            <a:pPr marL="50800" indent="0">
              <a:buNone/>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7</a:t>
            </a:fld>
            <a:endParaRPr lang="en-GB"/>
          </a:p>
        </p:txBody>
      </p:sp>
      <p:pic>
        <p:nvPicPr>
          <p:cNvPr id="8" name="Picture 7"/>
          <p:cNvPicPr>
            <a:picLocks noChangeAspect="1"/>
          </p:cNvPicPr>
          <p:nvPr/>
        </p:nvPicPr>
        <p:blipFill>
          <a:blip r:embed="rId2"/>
          <a:stretch>
            <a:fillRect/>
          </a:stretch>
        </p:blipFill>
        <p:spPr>
          <a:xfrm>
            <a:off x="415600" y="1352920"/>
            <a:ext cx="5680400" cy="3378754"/>
          </a:xfrm>
          <a:prstGeom prst="rect">
            <a:avLst/>
          </a:prstGeom>
        </p:spPr>
      </p:pic>
      <p:pic>
        <p:nvPicPr>
          <p:cNvPr id="10" name="Picture 9"/>
          <p:cNvPicPr>
            <a:picLocks noChangeAspect="1"/>
          </p:cNvPicPr>
          <p:nvPr/>
        </p:nvPicPr>
        <p:blipFill>
          <a:blip r:embed="rId3"/>
          <a:stretch>
            <a:fillRect/>
          </a:stretch>
        </p:blipFill>
        <p:spPr>
          <a:xfrm>
            <a:off x="6871488" y="1441410"/>
            <a:ext cx="3557793" cy="30456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lvl="0"/>
            <a:fld id="{00000000-1234-1234-1234-123412341234}" type="slidenum">
              <a:rPr lang="en-GB" smtClean="0"/>
              <a:t>8</a:t>
            </a:fld>
            <a:endParaRPr lang="en-GB"/>
          </a:p>
        </p:txBody>
      </p:sp>
      <p:pic>
        <p:nvPicPr>
          <p:cNvPr id="12" name="Picture 11"/>
          <p:cNvPicPr>
            <a:picLocks noChangeAspect="1"/>
          </p:cNvPicPr>
          <p:nvPr/>
        </p:nvPicPr>
        <p:blipFill>
          <a:blip r:embed="rId2"/>
          <a:stretch>
            <a:fillRect/>
          </a:stretch>
        </p:blipFill>
        <p:spPr>
          <a:xfrm>
            <a:off x="226142" y="498987"/>
            <a:ext cx="6095999" cy="2727919"/>
          </a:xfrm>
          <a:prstGeom prst="rect">
            <a:avLst/>
          </a:prstGeom>
        </p:spPr>
      </p:pic>
      <p:pic>
        <p:nvPicPr>
          <p:cNvPr id="14" name="Picture 13"/>
          <p:cNvPicPr>
            <a:picLocks noChangeAspect="1"/>
          </p:cNvPicPr>
          <p:nvPr/>
        </p:nvPicPr>
        <p:blipFill>
          <a:blip r:embed="rId3"/>
          <a:stretch>
            <a:fillRect/>
          </a:stretch>
        </p:blipFill>
        <p:spPr>
          <a:xfrm>
            <a:off x="6322141" y="498986"/>
            <a:ext cx="5650876" cy="2727919"/>
          </a:xfrm>
          <a:prstGeom prst="rect">
            <a:avLst/>
          </a:prstGeom>
        </p:spPr>
      </p:pic>
      <p:pic>
        <p:nvPicPr>
          <p:cNvPr id="16" name="Picture 15"/>
          <p:cNvPicPr>
            <a:picLocks noChangeAspect="1"/>
          </p:cNvPicPr>
          <p:nvPr/>
        </p:nvPicPr>
        <p:blipFill>
          <a:blip r:embed="rId4"/>
          <a:stretch>
            <a:fillRect/>
          </a:stretch>
        </p:blipFill>
        <p:spPr>
          <a:xfrm>
            <a:off x="2657383" y="3226905"/>
            <a:ext cx="6131386" cy="272791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A3EE1-2440-E180-343C-C8D5B4F55CF1}"/>
              </a:ext>
            </a:extLst>
          </p:cNvPr>
          <p:cNvSpPr>
            <a:spLocks noGrp="1"/>
          </p:cNvSpPr>
          <p:nvPr>
            <p:ph type="title"/>
          </p:nvPr>
        </p:nvSpPr>
        <p:spPr/>
        <p:txBody>
          <a:bodyPr/>
          <a:lstStyle/>
          <a:p>
            <a:r>
              <a:rPr lang="en-IN" dirty="0"/>
              <a:t>Screenshots of the Mobile Application</a:t>
            </a:r>
          </a:p>
        </p:txBody>
      </p:sp>
      <p:sp>
        <p:nvSpPr>
          <p:cNvPr id="4" name="Slide Number Placeholder 3">
            <a:extLst>
              <a:ext uri="{FF2B5EF4-FFF2-40B4-BE49-F238E27FC236}">
                <a16:creationId xmlns:a16="http://schemas.microsoft.com/office/drawing/2014/main" id="{BB4EBB9D-E86E-D180-EAA6-49000240578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9</a:t>
            </a:fld>
            <a:endParaRPr lang="en-GB"/>
          </a:p>
        </p:txBody>
      </p:sp>
      <p:sp>
        <p:nvSpPr>
          <p:cNvPr id="11" name="AutoShape 14">
            <a:extLst>
              <a:ext uri="{FF2B5EF4-FFF2-40B4-BE49-F238E27FC236}">
                <a16:creationId xmlns:a16="http://schemas.microsoft.com/office/drawing/2014/main" id="{9E34742E-B7BA-DCB4-5D11-F91F38221960}"/>
              </a:ext>
            </a:extLst>
          </p:cNvPr>
          <p:cNvSpPr>
            <a:spLocks noGrp="1" noChangeAspect="1" noChangeArrowheads="1"/>
          </p:cNvSpPr>
          <p:nvPr>
            <p:ph type="body" idx="1"/>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IN" dirty="0"/>
              <a:t>n</a:t>
            </a:r>
          </a:p>
        </p:txBody>
      </p:sp>
      <p:pic>
        <p:nvPicPr>
          <p:cNvPr id="13" name="Picture 12">
            <a:extLst>
              <a:ext uri="{FF2B5EF4-FFF2-40B4-BE49-F238E27FC236}">
                <a16:creationId xmlns:a16="http://schemas.microsoft.com/office/drawing/2014/main" id="{8C15CE2F-9044-B401-FE84-66BA9321AECC}"/>
              </a:ext>
            </a:extLst>
          </p:cNvPr>
          <p:cNvPicPr>
            <a:picLocks noChangeAspect="1"/>
          </p:cNvPicPr>
          <p:nvPr/>
        </p:nvPicPr>
        <p:blipFill>
          <a:blip r:embed="rId2"/>
          <a:stretch>
            <a:fillRect/>
          </a:stretch>
        </p:blipFill>
        <p:spPr>
          <a:xfrm>
            <a:off x="415600" y="1347653"/>
            <a:ext cx="2167225" cy="4672200"/>
          </a:xfrm>
          <a:prstGeom prst="rect">
            <a:avLst/>
          </a:prstGeom>
        </p:spPr>
      </p:pic>
      <p:pic>
        <p:nvPicPr>
          <p:cNvPr id="15" name="Picture 14">
            <a:extLst>
              <a:ext uri="{FF2B5EF4-FFF2-40B4-BE49-F238E27FC236}">
                <a16:creationId xmlns:a16="http://schemas.microsoft.com/office/drawing/2014/main" id="{8FA00249-6D1A-6599-E72F-E0DE8DA62746}"/>
              </a:ext>
            </a:extLst>
          </p:cNvPr>
          <p:cNvPicPr>
            <a:picLocks noChangeAspect="1"/>
          </p:cNvPicPr>
          <p:nvPr/>
        </p:nvPicPr>
        <p:blipFill>
          <a:blip r:embed="rId3"/>
          <a:stretch>
            <a:fillRect/>
          </a:stretch>
        </p:blipFill>
        <p:spPr>
          <a:xfrm>
            <a:off x="2930796" y="1355891"/>
            <a:ext cx="2236980" cy="4715413"/>
          </a:xfrm>
          <a:prstGeom prst="rect">
            <a:avLst/>
          </a:prstGeom>
        </p:spPr>
      </p:pic>
      <p:pic>
        <p:nvPicPr>
          <p:cNvPr id="17" name="Picture 16">
            <a:extLst>
              <a:ext uri="{FF2B5EF4-FFF2-40B4-BE49-F238E27FC236}">
                <a16:creationId xmlns:a16="http://schemas.microsoft.com/office/drawing/2014/main" id="{7EF26D3F-EBC8-E29C-898C-E1FE4DB3800D}"/>
              </a:ext>
            </a:extLst>
          </p:cNvPr>
          <p:cNvPicPr>
            <a:picLocks noChangeAspect="1"/>
          </p:cNvPicPr>
          <p:nvPr/>
        </p:nvPicPr>
        <p:blipFill>
          <a:blip r:embed="rId4"/>
          <a:stretch>
            <a:fillRect/>
          </a:stretch>
        </p:blipFill>
        <p:spPr>
          <a:xfrm>
            <a:off x="5515747" y="1419388"/>
            <a:ext cx="2216480" cy="4672200"/>
          </a:xfrm>
          <a:prstGeom prst="rect">
            <a:avLst/>
          </a:prstGeom>
        </p:spPr>
      </p:pic>
      <p:pic>
        <p:nvPicPr>
          <p:cNvPr id="19" name="Picture 18">
            <a:extLst>
              <a:ext uri="{FF2B5EF4-FFF2-40B4-BE49-F238E27FC236}">
                <a16:creationId xmlns:a16="http://schemas.microsoft.com/office/drawing/2014/main" id="{710C80A5-27CA-ABA0-C51C-4BF7EC1CBEE5}"/>
              </a:ext>
            </a:extLst>
          </p:cNvPr>
          <p:cNvPicPr>
            <a:picLocks noChangeAspect="1"/>
          </p:cNvPicPr>
          <p:nvPr/>
        </p:nvPicPr>
        <p:blipFill>
          <a:blip r:embed="rId5"/>
          <a:stretch>
            <a:fillRect/>
          </a:stretch>
        </p:blipFill>
        <p:spPr>
          <a:xfrm>
            <a:off x="8048913" y="1399766"/>
            <a:ext cx="2182284" cy="4620087"/>
          </a:xfrm>
          <a:prstGeom prst="rect">
            <a:avLst/>
          </a:prstGeom>
        </p:spPr>
      </p:pic>
    </p:spTree>
    <p:extLst>
      <p:ext uri="{BB962C8B-B14F-4D97-AF65-F5344CB8AC3E}">
        <p14:creationId xmlns:p14="http://schemas.microsoft.com/office/powerpoint/2010/main" val="3148422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Tools &amp; Technologies</a:t>
            </a:r>
          </a:p>
        </p:txBody>
      </p:sp>
      <p:sp>
        <p:nvSpPr>
          <p:cNvPr id="4" name="Text Placeholder 3"/>
          <p:cNvSpPr>
            <a:spLocks noGrp="1"/>
          </p:cNvSpPr>
          <p:nvPr>
            <p:ph type="body" idx="1"/>
          </p:nvPr>
        </p:nvSpPr>
        <p:spPr/>
        <p:txBody>
          <a:bodyPr/>
          <a:lstStyle/>
          <a:p>
            <a:r>
              <a:rPr lang="en-US" altLang="en-US" dirty="0"/>
              <a:t>Framework: Flutter (Dart) </a:t>
            </a:r>
          </a:p>
          <a:p>
            <a:r>
              <a:rPr lang="en-US" altLang="en-US" dirty="0"/>
              <a:t>Backend Framework: </a:t>
            </a:r>
            <a:r>
              <a:rPr lang="en-US" altLang="en-US" dirty="0" err="1"/>
              <a:t>FastAPI</a:t>
            </a:r>
            <a:r>
              <a:rPr lang="en-US" altLang="en-US" dirty="0"/>
              <a:t> (Python)</a:t>
            </a:r>
          </a:p>
          <a:p>
            <a:r>
              <a:rPr lang="en-US" altLang="en-US" dirty="0"/>
              <a:t>Model: MobileNetV2</a:t>
            </a:r>
          </a:p>
          <a:p>
            <a:r>
              <a:rPr lang="en-US" altLang="en-US" dirty="0"/>
              <a:t>AI/ML Integration: CNN Feature Extractor + CBIR (Content-Based Image Retrieval)  {</a:t>
            </a:r>
            <a:r>
              <a:rPr lang="en-US" altLang="en-US" dirty="0" err="1"/>
              <a:t>PyTorch</a:t>
            </a:r>
            <a:r>
              <a:rPr lang="en-US" altLang="en-US" dirty="0"/>
              <a:t> deep learning framework}</a:t>
            </a:r>
          </a:p>
          <a:p>
            <a:r>
              <a:rPr lang="en-US" altLang="en-US" dirty="0"/>
              <a:t>Cosine similarity (scikit-learn)</a:t>
            </a:r>
          </a:p>
          <a:p>
            <a:r>
              <a:rPr lang="en-US" altLang="en-US" dirty="0"/>
              <a:t>Pillow (PIL) image processing	</a:t>
            </a:r>
          </a:p>
          <a:p>
            <a:r>
              <a:rPr lang="en-US" altLang="en-US" dirty="0"/>
              <a:t>Web Interface: </a:t>
            </a:r>
            <a:r>
              <a:rPr lang="en-US" altLang="en-US" dirty="0" err="1"/>
              <a:t>Gradio</a:t>
            </a:r>
            <a:r>
              <a:rPr lang="en-US" altLang="en-US" dirty="0"/>
              <a:t> / HTML5 / CSS3 / Vanilla JS</a:t>
            </a:r>
          </a:p>
          <a:p>
            <a:r>
              <a:rPr lang="en-US" altLang="en-US" dirty="0"/>
              <a:t>Hosting: Hugging Face Spaces</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a:t>10</a:t>
            </a:fld>
            <a:endParaRPr lang="en-GB"/>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Software Requirements Specifications</a:t>
            </a:r>
          </a:p>
        </p:txBody>
      </p:sp>
      <p:sp>
        <p:nvSpPr>
          <p:cNvPr id="3" name="Text Placeholder 2"/>
          <p:cNvSpPr>
            <a:spLocks noGrp="1"/>
          </p:cNvSpPr>
          <p:nvPr>
            <p:ph type="body" idx="1"/>
          </p:nvPr>
        </p:nvSpPr>
        <p:spPr/>
        <p:txBody>
          <a:bodyPr/>
          <a:lstStyle/>
          <a:p>
            <a:r>
              <a:rPr lang="en-US"/>
              <a:t>Functional: Home Page (Dashboard), Risk Questionnaire, Self-Exam Guide, Image Matcher, Similarity Score calculator, Results &amp; Feedback.</a:t>
            </a:r>
          </a:p>
          <a:p>
            <a:pPr marL="50800" indent="0">
              <a:buNone/>
            </a:pPr>
            <a:endParaRPr lang="en-US"/>
          </a:p>
          <a:p>
            <a:r>
              <a:rPr lang="en-US"/>
              <a:t>Non-</a:t>
            </a:r>
            <a:r>
              <a:rPr lang="en-US">
                <a:sym typeface="+mn-ea"/>
              </a:rPr>
              <a:t>Functional: Fast Response Time, Reliable Image Processing, Data Privacy</a:t>
            </a:r>
            <a:endParaRPr lang="en-US"/>
          </a:p>
          <a:p>
            <a:endParaRPr lang="en-US"/>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a:t>11</a:t>
            </a:fld>
            <a:endParaRPr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Design &amp; Architecture (Mobile Application)</a:t>
            </a:r>
          </a:p>
        </p:txBody>
      </p:sp>
      <p:sp>
        <p:nvSpPr>
          <p:cNvPr id="3" name="Text Placeholder 2"/>
          <p:cNvSpPr>
            <a:spLocks noGrp="1"/>
          </p:cNvSpPr>
          <p:nvPr>
            <p:ph type="body" idx="1"/>
          </p:nvPr>
        </p:nvSpPr>
        <p:spPr/>
        <p:txBody>
          <a:bodyPr/>
          <a:lstStyle/>
          <a:p>
            <a:r>
              <a:rPr lang="en-US" altLang="en-US"/>
              <a:t>Presentation Layer — Flutter UI</a:t>
            </a:r>
          </a:p>
          <a:p>
            <a:endParaRPr lang="en-US" altLang="en-US"/>
          </a:p>
          <a:p>
            <a:r>
              <a:rPr lang="en-US" altLang="en-US"/>
              <a:t>Application Layer — App logic &amp; navigation</a:t>
            </a:r>
          </a:p>
          <a:p>
            <a:endParaRPr lang="en-US" altLang="en-US"/>
          </a:p>
          <a:p>
            <a:r>
              <a:rPr lang="en-US" altLang="en-US"/>
              <a:t>Data Layer — Models &amp; API handling</a:t>
            </a:r>
          </a:p>
          <a:p>
            <a:endParaRPr lang="en-US" altLang="en-US"/>
          </a:p>
          <a:p>
            <a:r>
              <a:rPr lang="en-US" altLang="en-US"/>
              <a:t>Backend Layer — FastAPI services</a:t>
            </a:r>
          </a:p>
          <a:p>
            <a:endParaRPr lang="en-US" altLang="en-US"/>
          </a:p>
          <a:p>
            <a:r>
              <a:rPr lang="en-US" altLang="en-US"/>
              <a:t>AI Layer — CNN + CBIR similarity engine</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a:t>12</a:t>
            </a:fld>
            <a:endParaRPr lang="en-GB"/>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Module Implementation (Flutter)</a:t>
            </a:r>
          </a:p>
        </p:txBody>
      </p:sp>
      <p:sp>
        <p:nvSpPr>
          <p:cNvPr id="3" name="Text Placeholder 2"/>
          <p:cNvSpPr>
            <a:spLocks noGrp="1"/>
          </p:cNvSpPr>
          <p:nvPr>
            <p:ph type="body" idx="1"/>
          </p:nvPr>
        </p:nvSpPr>
        <p:spPr/>
        <p:txBody>
          <a:bodyPr/>
          <a:lstStyle/>
          <a:p>
            <a:pPr marL="50800" indent="0">
              <a:buNone/>
            </a:pPr>
            <a:endParaRPr lang="en-US" altLang="en-US"/>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a:t>13</a:t>
            </a:fld>
            <a:endParaRPr lang="en-GB"/>
          </a:p>
        </p:txBody>
      </p:sp>
      <p:pic>
        <p:nvPicPr>
          <p:cNvPr id="5" name="Picture 4" descr="ChatGPT Image Mar 11, 2026, 10_20_59 PM"/>
          <p:cNvPicPr>
            <a:picLocks noChangeAspect="1"/>
          </p:cNvPicPr>
          <p:nvPr/>
        </p:nvPicPr>
        <p:blipFill>
          <a:blip r:embed="rId2"/>
          <a:stretch>
            <a:fillRect/>
          </a:stretch>
        </p:blipFill>
        <p:spPr>
          <a:xfrm>
            <a:off x="551815" y="1342390"/>
            <a:ext cx="6873875" cy="46723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Project Functionality</a:t>
            </a:r>
          </a:p>
        </p:txBody>
      </p:sp>
      <p:sp>
        <p:nvSpPr>
          <p:cNvPr id="3" name="Text Placeholder 2"/>
          <p:cNvSpPr>
            <a:spLocks noGrp="1"/>
          </p:cNvSpPr>
          <p:nvPr>
            <p:ph type="body" idx="1"/>
          </p:nvPr>
        </p:nvSpPr>
        <p:spPr/>
        <p:txBody>
          <a:bodyPr/>
          <a:lstStyle/>
          <a:p>
            <a:pPr marL="50800" indent="0">
              <a:buNone/>
            </a:pPr>
            <a:r>
              <a:rPr lang="en-US" altLang="en-US"/>
              <a:t>User opens app - Navigates via home screen - Completes risk questionnaire - Follows self-exam guide - Uploads lesion image - Image sent to AI backend - CNN extracts visual features - CBIR retrieves similar cases - Cosine similarity scoring - Benign &amp; malignant matches shown - Clinical decision-support feedback displayed</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a:t>14</a:t>
            </a:fld>
            <a:endParaRPr lang="en-GB"/>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g3bd8400773b_0_38"/>
          <p:cNvSpPr txBox="1">
            <a:spLocks noGrp="1"/>
          </p:cNvSpPr>
          <p:nvPr>
            <p:ph type="title"/>
          </p:nvPr>
        </p:nvSpPr>
        <p:spPr>
          <a:xfrm>
            <a:off x="70475" y="339117"/>
            <a:ext cx="11360700" cy="763500"/>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SzPts val="3200"/>
              <a:buNone/>
            </a:pPr>
            <a:r>
              <a:rPr lang="en-GB"/>
              <a:t>Conclusion</a:t>
            </a:r>
          </a:p>
        </p:txBody>
      </p:sp>
      <p:sp>
        <p:nvSpPr>
          <p:cNvPr id="133" name="Google Shape;133;g3bd8400773b_0_38"/>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GB"/>
              <a:t>15</a:t>
            </a:fld>
            <a:endParaRPr lang="en-GB"/>
          </a:p>
        </p:txBody>
      </p:sp>
      <p:sp>
        <p:nvSpPr>
          <p:cNvPr id="134" name="Google Shape;134;g3bd8400773b_0_38"/>
          <p:cNvSpPr txBox="1">
            <a:spLocks noGrp="1"/>
          </p:cNvSpPr>
          <p:nvPr>
            <p:ph type="body" idx="1"/>
          </p:nvPr>
        </p:nvSpPr>
        <p:spPr>
          <a:xfrm>
            <a:off x="236125" y="1170888"/>
            <a:ext cx="11360700" cy="4672200"/>
          </a:xfrm>
          <a:prstGeom prst="rect">
            <a:avLst/>
          </a:prstGeom>
          <a:noFill/>
          <a:ln>
            <a:noFill/>
          </a:ln>
        </p:spPr>
        <p:txBody>
          <a:bodyPr spcFirstLastPara="1" wrap="square" lIns="121900" tIns="121900" rIns="121900" bIns="121900" anchor="t" anchorCtr="0">
            <a:noAutofit/>
          </a:bodyPr>
          <a:lstStyle/>
          <a:p>
            <a:pPr marL="158750" lvl="0" indent="0" algn="l" rtl="0">
              <a:lnSpc>
                <a:spcPct val="115000"/>
              </a:lnSpc>
              <a:spcBef>
                <a:spcPts val="1200"/>
              </a:spcBef>
              <a:spcAft>
                <a:spcPts val="0"/>
              </a:spcAft>
              <a:buClr>
                <a:schemeClr val="dk1"/>
              </a:buClr>
              <a:buSzPts val="1100"/>
              <a:buFont typeface="Arial" panose="020B0604020202020204"/>
              <a:buNone/>
            </a:pPr>
            <a:r>
              <a:rPr lang="en-US" altLang="en-US">
                <a:solidFill>
                  <a:schemeClr val="dk1"/>
                </a:solidFill>
              </a:rPr>
              <a:t>The experience so far has provided practical exposure to professional real-world projects. It aligns with my academic background and offers relevant experience for my future career path. I appreciate the support and guidance provided by my mentor Dr. Neetha.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g3bd8400773b_0_45"/>
          <p:cNvSpPr txBox="1">
            <a:spLocks noGrp="1"/>
          </p:cNvSpPr>
          <p:nvPr>
            <p:ph type="title"/>
          </p:nvPr>
        </p:nvSpPr>
        <p:spPr>
          <a:xfrm>
            <a:off x="415600" y="491767"/>
            <a:ext cx="11360700" cy="763500"/>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SzPts val="3200"/>
              <a:buNone/>
            </a:pPr>
            <a:r>
              <a:rPr lang="en-GB" dirty="0"/>
              <a:t>Future Plans</a:t>
            </a:r>
          </a:p>
        </p:txBody>
      </p:sp>
      <p:sp>
        <p:nvSpPr>
          <p:cNvPr id="141" name="Google Shape;141;g3bd8400773b_0_45"/>
          <p:cNvSpPr txBox="1">
            <a:spLocks noGrp="1"/>
          </p:cNvSpPr>
          <p:nvPr>
            <p:ph type="body" idx="1"/>
          </p:nvPr>
        </p:nvSpPr>
        <p:spPr>
          <a:xfrm>
            <a:off x="415600" y="1419388"/>
            <a:ext cx="11360700" cy="4672200"/>
          </a:xfrm>
          <a:prstGeom prst="rect">
            <a:avLst/>
          </a:prstGeom>
          <a:noFill/>
          <a:ln>
            <a:noFill/>
          </a:ln>
        </p:spPr>
        <p:txBody>
          <a:bodyPr spcFirstLastPara="1" wrap="square" lIns="121900" tIns="121900" rIns="121900" bIns="121900" anchor="t" anchorCtr="0">
            <a:noAutofit/>
          </a:bodyPr>
          <a:lstStyle/>
          <a:p>
            <a:pPr marL="0" indent="0">
              <a:buNone/>
            </a:pPr>
            <a:r>
              <a:rPr lang="en-US" dirty="0"/>
              <a:t>Awaiting access to an improved and larger medical image dataset to enhance the performance of the CBIR model. The dataset requires institutional approval before use, as it contains restricted medical data.</a:t>
            </a:r>
            <a:endParaRPr lang="en-US" altLang="en-US" dirty="0"/>
          </a:p>
        </p:txBody>
      </p:sp>
      <p:sp>
        <p:nvSpPr>
          <p:cNvPr id="142" name="Google Shape;142;g3bd8400773b_0_45"/>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GB"/>
              <a:t>16</a:t>
            </a:fld>
            <a:endParaRPr lang="en-GB"/>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670</Words>
  <Application>Microsoft Office PowerPoint</Application>
  <PresentationFormat>Widescreen</PresentationFormat>
  <Paragraphs>86</Paragraphs>
  <Slides>16</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IBM Plex Sans Condensed</vt:lpstr>
      <vt:lpstr>Georgia</vt:lpstr>
      <vt:lpstr>Yellowtail</vt:lpstr>
      <vt:lpstr>Archivo Narrow Medium</vt:lpstr>
      <vt:lpstr>Archivo Narrow</vt:lpstr>
      <vt:lpstr>Simple Light</vt:lpstr>
      <vt:lpstr>   Internship Project - Oral Cancer Detection Christ University – Demo II </vt:lpstr>
      <vt:lpstr>Project / Task Understanding</vt:lpstr>
      <vt:lpstr>Summary of Work Completed</vt:lpstr>
      <vt:lpstr>Development</vt:lpstr>
      <vt:lpstr>Modules in the Application</vt:lpstr>
      <vt:lpstr>PowerPoint Presentation</vt:lpstr>
      <vt:lpstr>Screenshots of the Web Application </vt:lpstr>
      <vt:lpstr>PowerPoint Presentation</vt:lpstr>
      <vt:lpstr>Screenshots of the Mobile Application</vt:lpstr>
      <vt:lpstr>Tools &amp; Technologies</vt:lpstr>
      <vt:lpstr>Software Requirements Specifications</vt:lpstr>
      <vt:lpstr>System Design &amp; Architecture (Mobile Application)</vt:lpstr>
      <vt:lpstr>Module Implementation (Flutter)</vt:lpstr>
      <vt:lpstr>Project Functionality</vt:lpstr>
      <vt:lpstr>Conclusion</vt:lpstr>
      <vt:lpstr>Future Plans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Internship Project - Oral Cancer Detection_x000d_Christ University</dc:title>
  <dc:creator>Acer</dc:creator>
  <cp:lastModifiedBy>Acer</cp:lastModifiedBy>
  <cp:revision>9</cp:revision>
  <dcterms:created xsi:type="dcterms:W3CDTF">2026-02-13T16:23:00Z</dcterms:created>
  <dcterms:modified xsi:type="dcterms:W3CDTF">2026-03-12T18:13:45Z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7B5F98C0FD914FAA96514F3E6755A195_13</vt:lpwstr>
  </property>
  <property fmtid="{D5CDD505-2E9C-101B-9397-08002B2CF9AE}" pid="3" name="KSOProductBuildVer">
    <vt:lpwstr>1033-12.2.0.23196</vt:lpwstr>
  </property>
</Properties>
</file>